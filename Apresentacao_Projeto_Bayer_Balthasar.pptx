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8" r:id="rId4"/>
  </p:sldMasterIdLst>
  <p:notesMasterIdLst>
    <p:notesMasterId r:id="rId5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</p:sldIdLst>
  <p:sldSz cy="5143500" cx="9144000"/>
  <p:notesSz cx="6858000" cy="9144000"/>
  <p:embeddedFontLst>
    <p:embeddedFont>
      <p:font typeface="Montserrat"/>
      <p:regular r:id="rId45"/>
      <p:bold r:id="rId46"/>
      <p:italic r:id="rId47"/>
      <p:boldItalic r:id="rId48"/>
    </p:embeddedFont>
    <p:embeddedFont>
      <p:font typeface="PT Serif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644D327-C8C6-4163-A623-057FE4961991}">
  <a:tblStyle styleId="{A644D327-C8C6-4163-A623-057FE496199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9F84729-DA0B-49D1-B9D5-606E54AD438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45" Type="http://schemas.openxmlformats.org/officeDocument/2006/relationships/font" Target="fonts/Montserrat-regular.fntdata"/><Relationship Id="rId46" Type="http://schemas.openxmlformats.org/officeDocument/2006/relationships/font" Target="fonts/Montserrat-bold.fntdata"/><Relationship Id="rId47" Type="http://schemas.openxmlformats.org/officeDocument/2006/relationships/font" Target="fonts/Montserrat-italic.fntdata"/><Relationship Id="rId48" Type="http://schemas.openxmlformats.org/officeDocument/2006/relationships/font" Target="fonts/Montserrat-boldItalic.fntdata"/><Relationship Id="rId49" Type="http://schemas.openxmlformats.org/officeDocument/2006/relationships/font" Target="fonts/PTSerif-regular.fntdata"/><Relationship Id="rId50" Type="http://schemas.openxmlformats.org/officeDocument/2006/relationships/font" Target="fonts/PTSerif-bold.fntdata"/><Relationship Id="rId51" Type="http://schemas.openxmlformats.org/officeDocument/2006/relationships/font" Target="fonts/PTSerif-italic.fntdata"/><Relationship Id="rId52" Type="http://schemas.openxmlformats.org/officeDocument/2006/relationships/font" Target="fonts/PTSerif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8142711" y="3918330"/>
            <a:ext cx="943913" cy="133739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5</a:t>
            </a:r>
          </a:p>
        </p:txBody>
      </p:sp>
      <p:sp>
        <p:nvSpPr>
          <p:cNvPr id="22" name="Google Shape;22;p2"/>
          <p:cNvSpPr/>
          <p:nvPr/>
        </p:nvSpPr>
        <p:spPr>
          <a:xfrm>
            <a:off x="8246778" y="1061814"/>
            <a:ext cx="565397" cy="79463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3</a:t>
            </a:r>
          </a:p>
        </p:txBody>
      </p:sp>
      <p:sp>
        <p:nvSpPr>
          <p:cNvPr id="23" name="Google Shape;23;p2"/>
          <p:cNvSpPr/>
          <p:nvPr/>
        </p:nvSpPr>
        <p:spPr>
          <a:xfrm>
            <a:off x="7302238" y="4554392"/>
            <a:ext cx="623239" cy="6685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€</a:t>
            </a:r>
          </a:p>
        </p:txBody>
      </p:sp>
      <p:sp>
        <p:nvSpPr>
          <p:cNvPr id="24" name="Google Shape;24;p2"/>
          <p:cNvSpPr/>
          <p:nvPr/>
        </p:nvSpPr>
        <p:spPr>
          <a:xfrm>
            <a:off x="8812176" y="313545"/>
            <a:ext cx="505297" cy="64940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9</a:t>
            </a:r>
          </a:p>
        </p:txBody>
      </p:sp>
      <p:sp>
        <p:nvSpPr>
          <p:cNvPr id="25" name="Google Shape;25;p2"/>
          <p:cNvSpPr/>
          <p:nvPr/>
        </p:nvSpPr>
        <p:spPr>
          <a:xfrm>
            <a:off x="7486177" y="4101249"/>
            <a:ext cx="218857" cy="33853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7</a:t>
            </a:r>
          </a:p>
        </p:txBody>
      </p:sp>
      <p:sp>
        <p:nvSpPr>
          <p:cNvPr id="26" name="Google Shape;26;p2"/>
          <p:cNvSpPr/>
          <p:nvPr/>
        </p:nvSpPr>
        <p:spPr>
          <a:xfrm>
            <a:off x="6980299" y="-88163"/>
            <a:ext cx="707299" cy="105647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$</a:t>
            </a:r>
          </a:p>
        </p:txBody>
      </p:sp>
      <p:sp>
        <p:nvSpPr>
          <p:cNvPr id="27" name="Google Shape;27;p2"/>
          <p:cNvSpPr/>
          <p:nvPr/>
        </p:nvSpPr>
        <p:spPr>
          <a:xfrm>
            <a:off x="8353588" y="325842"/>
            <a:ext cx="315620" cy="43634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£</a:t>
            </a:r>
          </a:p>
        </p:txBody>
      </p:sp>
      <p:sp>
        <p:nvSpPr>
          <p:cNvPr id="28" name="Google Shape;28;p2"/>
          <p:cNvSpPr/>
          <p:nvPr/>
        </p:nvSpPr>
        <p:spPr>
          <a:xfrm>
            <a:off x="7687616" y="916471"/>
            <a:ext cx="245359" cy="45311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1</a:t>
            </a:r>
          </a:p>
        </p:txBody>
      </p:sp>
      <p:sp>
        <p:nvSpPr>
          <p:cNvPr id="29" name="Google Shape;29;p2"/>
          <p:cNvSpPr/>
          <p:nvPr/>
        </p:nvSpPr>
        <p:spPr>
          <a:xfrm>
            <a:off x="8637153" y="2924174"/>
            <a:ext cx="816948" cy="110613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8</a:t>
            </a:r>
          </a:p>
        </p:txBody>
      </p:sp>
      <p:sp>
        <p:nvSpPr>
          <p:cNvPr id="30" name="Google Shape;30;p2"/>
          <p:cNvSpPr/>
          <p:nvPr/>
        </p:nvSpPr>
        <p:spPr>
          <a:xfrm rot="-5400000">
            <a:off x="6840000" y="4568068"/>
            <a:ext cx="417000" cy="3285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 rot="5400000">
            <a:off x="6496124" y="-12475"/>
            <a:ext cx="589800" cy="4071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8208235" y="3375182"/>
            <a:ext cx="218854" cy="30986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2</a:t>
            </a:r>
          </a:p>
        </p:txBody>
      </p:sp>
      <p:sp>
        <p:nvSpPr>
          <p:cNvPr id="33" name="Google Shape;33;p2"/>
          <p:cNvSpPr/>
          <p:nvPr/>
        </p:nvSpPr>
        <p:spPr>
          <a:xfrm>
            <a:off x="8013853" y="659316"/>
            <a:ext cx="258850" cy="30899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0</a:t>
            </a:r>
          </a:p>
        </p:txBody>
      </p:sp>
      <p:sp>
        <p:nvSpPr>
          <p:cNvPr id="34" name="Google Shape;34;p2"/>
          <p:cNvSpPr/>
          <p:nvPr/>
        </p:nvSpPr>
        <p:spPr>
          <a:xfrm>
            <a:off x="7828438" y="4163755"/>
            <a:ext cx="206506" cy="21354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¥</a:t>
            </a:r>
          </a:p>
        </p:txBody>
      </p:sp>
      <p:sp>
        <p:nvSpPr>
          <p:cNvPr id="35" name="Google Shape;35;p2"/>
          <p:cNvSpPr/>
          <p:nvPr/>
        </p:nvSpPr>
        <p:spPr>
          <a:xfrm>
            <a:off x="8003439" y="1292797"/>
            <a:ext cx="172864" cy="21116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4</a:t>
            </a:r>
          </a:p>
        </p:txBody>
      </p:sp>
      <p:sp>
        <p:nvSpPr>
          <p:cNvPr id="36" name="Google Shape;36;p2"/>
          <p:cNvSpPr/>
          <p:nvPr/>
        </p:nvSpPr>
        <p:spPr>
          <a:xfrm>
            <a:off x="7939495" y="-95340"/>
            <a:ext cx="476421" cy="66114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6</a:t>
            </a:r>
          </a:p>
        </p:txBody>
      </p:sp>
      <p:sp>
        <p:nvSpPr>
          <p:cNvPr id="37" name="Google Shape;37;p2"/>
          <p:cNvSpPr/>
          <p:nvPr/>
        </p:nvSpPr>
        <p:spPr>
          <a:xfrm>
            <a:off x="7709340" y="156126"/>
            <a:ext cx="64053" cy="15820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1</a:t>
            </a:r>
          </a:p>
        </p:txBody>
      </p:sp>
      <p:sp>
        <p:nvSpPr>
          <p:cNvPr id="38" name="Google Shape;38;p2"/>
          <p:cNvSpPr/>
          <p:nvPr/>
        </p:nvSpPr>
        <p:spPr>
          <a:xfrm>
            <a:off x="9017902" y="4284544"/>
            <a:ext cx="121390" cy="1663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4</a:t>
            </a:r>
          </a:p>
        </p:txBody>
      </p:sp>
      <p:sp>
        <p:nvSpPr>
          <p:cNvPr id="39" name="Google Shape;39;p2"/>
          <p:cNvSpPr/>
          <p:nvPr/>
        </p:nvSpPr>
        <p:spPr>
          <a:xfrm>
            <a:off x="8736528" y="68644"/>
            <a:ext cx="172852" cy="25157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5</a:t>
            </a:r>
          </a:p>
        </p:txBody>
      </p:sp>
      <p:sp>
        <p:nvSpPr>
          <p:cNvPr id="40" name="Google Shape;40;p2"/>
          <p:cNvSpPr/>
          <p:nvPr/>
        </p:nvSpPr>
        <p:spPr>
          <a:xfrm>
            <a:off x="9053841" y="1122374"/>
            <a:ext cx="172853" cy="22214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8</a:t>
            </a:r>
          </a:p>
        </p:txBody>
      </p:sp>
      <p:sp>
        <p:nvSpPr>
          <p:cNvPr id="41" name="Google Shape;41;p2"/>
          <p:cNvSpPr txBox="1"/>
          <p:nvPr>
            <p:ph type="ctrTitle"/>
          </p:nvPr>
        </p:nvSpPr>
        <p:spPr>
          <a:xfrm>
            <a:off x="1661700" y="1991825"/>
            <a:ext cx="58206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2"/>
          <p:cNvSpPr/>
          <p:nvPr/>
        </p:nvSpPr>
        <p:spPr>
          <a:xfrm>
            <a:off x="240789" y="-249878"/>
            <a:ext cx="1325150" cy="183895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6</a:t>
            </a:r>
          </a:p>
        </p:txBody>
      </p:sp>
      <p:sp>
        <p:nvSpPr>
          <p:cNvPr id="43" name="Google Shape;43;p2"/>
          <p:cNvSpPr/>
          <p:nvPr/>
        </p:nvSpPr>
        <p:spPr>
          <a:xfrm>
            <a:off x="1462669" y="359548"/>
            <a:ext cx="684178" cy="83580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4</a:t>
            </a:r>
          </a:p>
        </p:txBody>
      </p:sp>
      <p:sp>
        <p:nvSpPr>
          <p:cNvPr id="44" name="Google Shape;44;p2"/>
          <p:cNvSpPr/>
          <p:nvPr/>
        </p:nvSpPr>
        <p:spPr>
          <a:xfrm>
            <a:off x="-145673" y="1499255"/>
            <a:ext cx="545851" cy="81531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$</a:t>
            </a:r>
          </a:p>
        </p:txBody>
      </p:sp>
      <p:sp>
        <p:nvSpPr>
          <p:cNvPr id="45" name="Google Shape;45;p2"/>
          <p:cNvSpPr/>
          <p:nvPr/>
        </p:nvSpPr>
        <p:spPr>
          <a:xfrm>
            <a:off x="468639" y="3330899"/>
            <a:ext cx="596301" cy="71180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0</a:t>
            </a:r>
          </a:p>
        </p:txBody>
      </p:sp>
      <p:sp>
        <p:nvSpPr>
          <p:cNvPr id="46" name="Google Shape;46;p2"/>
          <p:cNvSpPr/>
          <p:nvPr/>
        </p:nvSpPr>
        <p:spPr>
          <a:xfrm>
            <a:off x="2715924" y="4728432"/>
            <a:ext cx="422823" cy="54341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8</a:t>
            </a:r>
          </a:p>
        </p:txBody>
      </p:sp>
      <p:sp>
        <p:nvSpPr>
          <p:cNvPr id="47" name="Google Shape;47;p2"/>
          <p:cNvSpPr/>
          <p:nvPr/>
        </p:nvSpPr>
        <p:spPr>
          <a:xfrm>
            <a:off x="857004" y="4218046"/>
            <a:ext cx="948321" cy="101728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€</a:t>
            </a:r>
          </a:p>
        </p:txBody>
      </p:sp>
      <p:sp>
        <p:nvSpPr>
          <p:cNvPr id="48" name="Google Shape;48;p2"/>
          <p:cNvSpPr/>
          <p:nvPr/>
        </p:nvSpPr>
        <p:spPr>
          <a:xfrm>
            <a:off x="6477124" y="659323"/>
            <a:ext cx="375994" cy="41841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¥</a:t>
            </a:r>
          </a:p>
        </p:txBody>
      </p:sp>
      <p:sp>
        <p:nvSpPr>
          <p:cNvPr id="49" name="Google Shape;49;p2"/>
          <p:cNvSpPr/>
          <p:nvPr/>
        </p:nvSpPr>
        <p:spPr>
          <a:xfrm>
            <a:off x="2001208" y="4048123"/>
            <a:ext cx="340184" cy="4966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2</a:t>
            </a:r>
          </a:p>
        </p:txBody>
      </p:sp>
      <p:sp>
        <p:nvSpPr>
          <p:cNvPr id="50" name="Google Shape;50;p2"/>
          <p:cNvSpPr/>
          <p:nvPr/>
        </p:nvSpPr>
        <p:spPr>
          <a:xfrm>
            <a:off x="-202825" y="3641301"/>
            <a:ext cx="863938" cy="11989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9</a:t>
            </a:r>
          </a:p>
        </p:txBody>
      </p:sp>
      <p:sp>
        <p:nvSpPr>
          <p:cNvPr id="51" name="Google Shape;51;p2"/>
          <p:cNvSpPr/>
          <p:nvPr/>
        </p:nvSpPr>
        <p:spPr>
          <a:xfrm rot="-5400000">
            <a:off x="1953573" y="-64893"/>
            <a:ext cx="756300" cy="595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 rot="5400000">
            <a:off x="2309286" y="4286696"/>
            <a:ext cx="746700" cy="5151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909496" y="3809336"/>
            <a:ext cx="234870" cy="33210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3</a:t>
            </a:r>
          </a:p>
        </p:txBody>
      </p:sp>
      <p:sp>
        <p:nvSpPr>
          <p:cNvPr id="54" name="Google Shape;54;p2"/>
          <p:cNvSpPr/>
          <p:nvPr/>
        </p:nvSpPr>
        <p:spPr>
          <a:xfrm>
            <a:off x="180514" y="977226"/>
            <a:ext cx="178753" cy="33011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1</a:t>
            </a:r>
          </a:p>
        </p:txBody>
      </p:sp>
      <p:sp>
        <p:nvSpPr>
          <p:cNvPr id="55" name="Google Shape;55;p2"/>
          <p:cNvSpPr/>
          <p:nvPr/>
        </p:nvSpPr>
        <p:spPr>
          <a:xfrm>
            <a:off x="2001208" y="4738570"/>
            <a:ext cx="172436" cy="24505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£</a:t>
            </a:r>
          </a:p>
        </p:txBody>
      </p:sp>
      <p:sp>
        <p:nvSpPr>
          <p:cNvPr id="56" name="Google Shape;56;p2"/>
          <p:cNvSpPr/>
          <p:nvPr/>
        </p:nvSpPr>
        <p:spPr>
          <a:xfrm>
            <a:off x="3322800" y="4742227"/>
            <a:ext cx="163350" cy="23774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5</a:t>
            </a:r>
          </a:p>
        </p:txBody>
      </p:sp>
      <p:sp>
        <p:nvSpPr>
          <p:cNvPr id="57" name="Google Shape;57;p2"/>
          <p:cNvSpPr/>
          <p:nvPr/>
        </p:nvSpPr>
        <p:spPr>
          <a:xfrm>
            <a:off x="2629623" y="359546"/>
            <a:ext cx="461790" cy="63919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7</a:t>
            </a:r>
          </a:p>
        </p:txBody>
      </p:sp>
      <p:sp>
        <p:nvSpPr>
          <p:cNvPr id="58" name="Google Shape;58;p2"/>
          <p:cNvSpPr/>
          <p:nvPr/>
        </p:nvSpPr>
        <p:spPr>
          <a:xfrm>
            <a:off x="65335" y="101130"/>
            <a:ext cx="123829" cy="17531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2</a:t>
            </a:r>
          </a:p>
        </p:txBody>
      </p:sp>
      <p:sp>
        <p:nvSpPr>
          <p:cNvPr id="59" name="Google Shape;59;p2"/>
          <p:cNvSpPr/>
          <p:nvPr/>
        </p:nvSpPr>
        <p:spPr>
          <a:xfrm>
            <a:off x="575656" y="4769892"/>
            <a:ext cx="128737" cy="18240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5</a:t>
            </a:r>
          </a:p>
        </p:txBody>
      </p:sp>
      <p:sp>
        <p:nvSpPr>
          <p:cNvPr id="60" name="Google Shape;60;p2"/>
          <p:cNvSpPr/>
          <p:nvPr/>
        </p:nvSpPr>
        <p:spPr>
          <a:xfrm>
            <a:off x="735785" y="1757713"/>
            <a:ext cx="212661" cy="27330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6</a:t>
            </a:r>
          </a:p>
        </p:txBody>
      </p:sp>
      <p:sp>
        <p:nvSpPr>
          <p:cNvPr id="61" name="Google Shape;61;p2"/>
          <p:cNvSpPr/>
          <p:nvPr/>
        </p:nvSpPr>
        <p:spPr>
          <a:xfrm>
            <a:off x="1617563" y="68452"/>
            <a:ext cx="187263" cy="24066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9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solidFill>
          <a:schemeClr val="lt2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 txBox="1"/>
          <p:nvPr>
            <p:ph type="ctrTitle"/>
          </p:nvPr>
        </p:nvSpPr>
        <p:spPr>
          <a:xfrm>
            <a:off x="685800" y="2726350"/>
            <a:ext cx="5514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3"/>
          <p:cNvSpPr txBox="1"/>
          <p:nvPr>
            <p:ph idx="1" type="subTitle"/>
          </p:nvPr>
        </p:nvSpPr>
        <p:spPr>
          <a:xfrm>
            <a:off x="685800" y="3983054"/>
            <a:ext cx="55146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" name="Google Shape;65;p3"/>
          <p:cNvSpPr/>
          <p:nvPr/>
        </p:nvSpPr>
        <p:spPr>
          <a:xfrm>
            <a:off x="7123399" y="2945300"/>
            <a:ext cx="1604425" cy="22732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5</a:t>
            </a:r>
          </a:p>
        </p:txBody>
      </p:sp>
      <p:sp>
        <p:nvSpPr>
          <p:cNvPr id="66" name="Google Shape;66;p3"/>
          <p:cNvSpPr/>
          <p:nvPr/>
        </p:nvSpPr>
        <p:spPr>
          <a:xfrm>
            <a:off x="8411549" y="1666550"/>
            <a:ext cx="774325" cy="10882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3</a:t>
            </a:r>
          </a:p>
        </p:txBody>
      </p:sp>
      <p:sp>
        <p:nvSpPr>
          <p:cNvPr id="67" name="Google Shape;67;p3"/>
          <p:cNvSpPr/>
          <p:nvPr/>
        </p:nvSpPr>
        <p:spPr>
          <a:xfrm>
            <a:off x="6567123" y="2997749"/>
            <a:ext cx="844060" cy="90544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€</a:t>
            </a:r>
          </a:p>
        </p:txBody>
      </p:sp>
      <p:sp>
        <p:nvSpPr>
          <p:cNvPr id="68" name="Google Shape;68;p3"/>
          <p:cNvSpPr/>
          <p:nvPr/>
        </p:nvSpPr>
        <p:spPr>
          <a:xfrm>
            <a:off x="7702425" y="944674"/>
            <a:ext cx="692017" cy="88938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9</a:t>
            </a:r>
          </a:p>
        </p:txBody>
      </p:sp>
      <p:sp>
        <p:nvSpPr>
          <p:cNvPr id="69" name="Google Shape;69;p3"/>
          <p:cNvSpPr/>
          <p:nvPr/>
        </p:nvSpPr>
        <p:spPr>
          <a:xfrm>
            <a:off x="8482541" y="3571675"/>
            <a:ext cx="432249" cy="6686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7</a:t>
            </a:r>
          </a:p>
        </p:txBody>
      </p:sp>
      <p:sp>
        <p:nvSpPr>
          <p:cNvPr id="70" name="Google Shape;70;p3"/>
          <p:cNvSpPr/>
          <p:nvPr/>
        </p:nvSpPr>
        <p:spPr>
          <a:xfrm>
            <a:off x="7956575" y="-147125"/>
            <a:ext cx="968665" cy="144686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$</a:t>
            </a:r>
          </a:p>
        </p:txBody>
      </p:sp>
      <p:sp>
        <p:nvSpPr>
          <p:cNvPr id="71" name="Google Shape;71;p3"/>
          <p:cNvSpPr/>
          <p:nvPr/>
        </p:nvSpPr>
        <p:spPr>
          <a:xfrm>
            <a:off x="7524777" y="-48672"/>
            <a:ext cx="432250" cy="59758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£</a:t>
            </a:r>
          </a:p>
        </p:txBody>
      </p:sp>
      <p:sp>
        <p:nvSpPr>
          <p:cNvPr id="72" name="Google Shape;72;p3"/>
          <p:cNvSpPr/>
          <p:nvPr/>
        </p:nvSpPr>
        <p:spPr>
          <a:xfrm>
            <a:off x="7153450" y="1200149"/>
            <a:ext cx="336025" cy="6205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1</a:t>
            </a:r>
          </a:p>
        </p:txBody>
      </p:sp>
      <p:sp>
        <p:nvSpPr>
          <p:cNvPr id="73" name="Google Shape;73;p3"/>
          <p:cNvSpPr/>
          <p:nvPr/>
        </p:nvSpPr>
        <p:spPr>
          <a:xfrm>
            <a:off x="7524775" y="1713000"/>
            <a:ext cx="1106400" cy="14980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8</a:t>
            </a:r>
          </a:p>
        </p:txBody>
      </p:sp>
      <p:sp>
        <p:nvSpPr>
          <p:cNvPr id="74" name="Google Shape;74;p3"/>
          <p:cNvSpPr/>
          <p:nvPr/>
        </p:nvSpPr>
        <p:spPr>
          <a:xfrm rot="-5400000">
            <a:off x="7167502" y="893428"/>
            <a:ext cx="564600" cy="4449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 rot="5400000">
            <a:off x="8455975" y="4580950"/>
            <a:ext cx="485400" cy="334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7301600" y="2427892"/>
            <a:ext cx="296397" cy="41965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2</a:t>
            </a:r>
          </a:p>
        </p:txBody>
      </p:sp>
      <p:sp>
        <p:nvSpPr>
          <p:cNvPr id="77" name="Google Shape;77;p3"/>
          <p:cNvSpPr/>
          <p:nvPr/>
        </p:nvSpPr>
        <p:spPr>
          <a:xfrm>
            <a:off x="8668228" y="988756"/>
            <a:ext cx="354503" cy="4231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0</a:t>
            </a:r>
          </a:p>
        </p:txBody>
      </p:sp>
      <p:sp>
        <p:nvSpPr>
          <p:cNvPr id="78" name="Google Shape;78;p3"/>
          <p:cNvSpPr/>
          <p:nvPr/>
        </p:nvSpPr>
        <p:spPr>
          <a:xfrm>
            <a:off x="8763900" y="3127993"/>
            <a:ext cx="279674" cy="28920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¥</a:t>
            </a:r>
          </a:p>
        </p:txBody>
      </p:sp>
      <p:sp>
        <p:nvSpPr>
          <p:cNvPr id="79" name="Google Shape;79;p3"/>
          <p:cNvSpPr/>
          <p:nvPr/>
        </p:nvSpPr>
        <p:spPr>
          <a:xfrm>
            <a:off x="7233391" y="1950962"/>
            <a:ext cx="236741" cy="2892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4</a:t>
            </a:r>
          </a:p>
        </p:txBody>
      </p:sp>
      <p:sp>
        <p:nvSpPr>
          <p:cNvPr id="80" name="Google Shape;80;p3"/>
          <p:cNvSpPr/>
          <p:nvPr/>
        </p:nvSpPr>
        <p:spPr>
          <a:xfrm>
            <a:off x="6811905" y="-87455"/>
            <a:ext cx="652469" cy="9054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6</a:t>
            </a:r>
          </a:p>
        </p:txBody>
      </p:sp>
      <p:sp>
        <p:nvSpPr>
          <p:cNvPr id="81" name="Google Shape;81;p3"/>
          <p:cNvSpPr/>
          <p:nvPr/>
        </p:nvSpPr>
        <p:spPr>
          <a:xfrm>
            <a:off x="7662627" y="662323"/>
            <a:ext cx="87722" cy="21666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1</a:t>
            </a:r>
          </a:p>
        </p:txBody>
      </p:sp>
      <p:sp>
        <p:nvSpPr>
          <p:cNvPr id="82" name="Google Shape;82;p3"/>
          <p:cNvSpPr/>
          <p:nvPr/>
        </p:nvSpPr>
        <p:spPr>
          <a:xfrm>
            <a:off x="6992802" y="3859303"/>
            <a:ext cx="164400" cy="2253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4</a:t>
            </a:r>
          </a:p>
        </p:txBody>
      </p:sp>
      <p:sp>
        <p:nvSpPr>
          <p:cNvPr id="83" name="Google Shape;83;p3"/>
          <p:cNvSpPr/>
          <p:nvPr/>
        </p:nvSpPr>
        <p:spPr>
          <a:xfrm>
            <a:off x="6897399" y="729426"/>
            <a:ext cx="236725" cy="34453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5</a:t>
            </a:r>
          </a:p>
        </p:txBody>
      </p:sp>
      <p:sp>
        <p:nvSpPr>
          <p:cNvPr id="84" name="Google Shape;84;p3"/>
          <p:cNvSpPr/>
          <p:nvPr/>
        </p:nvSpPr>
        <p:spPr>
          <a:xfrm>
            <a:off x="8925943" y="4066263"/>
            <a:ext cx="236725" cy="30423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solidFill>
          <a:schemeClr val="lt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/>
          <p:nvPr>
            <p:ph idx="1" type="body"/>
          </p:nvPr>
        </p:nvSpPr>
        <p:spPr>
          <a:xfrm>
            <a:off x="724389" y="2161800"/>
            <a:ext cx="5343600" cy="8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431800" lvl="0" marL="457200" rtl="0">
              <a:spcBef>
                <a:spcPts val="600"/>
              </a:spcBef>
              <a:spcAft>
                <a:spcPts val="0"/>
              </a:spcAft>
              <a:buSzPts val="3200"/>
              <a:buChar char="⊸"/>
              <a:defRPr i="1" sz="3200"/>
            </a:lvl1pPr>
            <a:lvl2pPr indent="-431800" lvl="1" marL="914400" rtl="0">
              <a:spcBef>
                <a:spcPts val="0"/>
              </a:spcBef>
              <a:spcAft>
                <a:spcPts val="0"/>
              </a:spcAft>
              <a:buSzPts val="3200"/>
              <a:buChar char="▫"/>
              <a:defRPr i="1" sz="3200"/>
            </a:lvl2pPr>
            <a:lvl3pPr indent="-431800" lvl="2" marL="1371600" rtl="0">
              <a:spcBef>
                <a:spcPts val="0"/>
              </a:spcBef>
              <a:spcAft>
                <a:spcPts val="0"/>
              </a:spcAft>
              <a:buSzPts val="3200"/>
              <a:buChar char="⋅"/>
              <a:defRPr i="1" sz="3200"/>
            </a:lvl3pPr>
            <a:lvl4pPr indent="-431800" lvl="3" marL="1828800" rtl="0">
              <a:spcBef>
                <a:spcPts val="0"/>
              </a:spcBef>
              <a:spcAft>
                <a:spcPts val="0"/>
              </a:spcAft>
              <a:buSzPts val="3200"/>
              <a:buChar char="●"/>
              <a:defRPr i="1" sz="3200"/>
            </a:lvl4pPr>
            <a:lvl5pPr indent="-431800" lvl="4" marL="2286000" rtl="0">
              <a:spcBef>
                <a:spcPts val="0"/>
              </a:spcBef>
              <a:spcAft>
                <a:spcPts val="0"/>
              </a:spcAft>
              <a:buSzPts val="3200"/>
              <a:buChar char="○"/>
              <a:defRPr i="1" sz="3200"/>
            </a:lvl5pPr>
            <a:lvl6pPr indent="-431800" lvl="5" marL="2743200" rtl="0">
              <a:spcBef>
                <a:spcPts val="0"/>
              </a:spcBef>
              <a:spcAft>
                <a:spcPts val="0"/>
              </a:spcAft>
              <a:buSzPts val="3200"/>
              <a:buChar char="■"/>
              <a:defRPr i="1" sz="3200"/>
            </a:lvl6pPr>
            <a:lvl7pPr indent="-431800" lvl="6" marL="3200400" rtl="0">
              <a:spcBef>
                <a:spcPts val="0"/>
              </a:spcBef>
              <a:spcAft>
                <a:spcPts val="0"/>
              </a:spcAft>
              <a:buSzPts val="3200"/>
              <a:buChar char="●"/>
              <a:defRPr i="1" sz="3200"/>
            </a:lvl7pPr>
            <a:lvl8pPr indent="-431800" lvl="7" marL="3657600" rtl="0">
              <a:spcBef>
                <a:spcPts val="0"/>
              </a:spcBef>
              <a:spcAft>
                <a:spcPts val="0"/>
              </a:spcAft>
              <a:buSzPts val="3200"/>
              <a:buChar char="○"/>
              <a:defRPr i="1" sz="3200"/>
            </a:lvl8pPr>
            <a:lvl9pPr indent="-431800" lvl="8" marL="4114800">
              <a:spcBef>
                <a:spcPts val="0"/>
              </a:spcBef>
              <a:spcAft>
                <a:spcPts val="0"/>
              </a:spcAft>
              <a:buSzPts val="3200"/>
              <a:buChar char="■"/>
              <a:defRPr i="1" sz="3200"/>
            </a:lvl9pPr>
          </a:lstStyle>
          <a:p/>
        </p:txBody>
      </p:sp>
      <p:sp>
        <p:nvSpPr>
          <p:cNvPr id="87" name="Google Shape;87;p4"/>
          <p:cNvSpPr/>
          <p:nvPr/>
        </p:nvSpPr>
        <p:spPr>
          <a:xfrm>
            <a:off x="7123399" y="2945300"/>
            <a:ext cx="1604425" cy="22732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5</a:t>
            </a:r>
          </a:p>
        </p:txBody>
      </p:sp>
      <p:sp>
        <p:nvSpPr>
          <p:cNvPr id="88" name="Google Shape;88;p4"/>
          <p:cNvSpPr/>
          <p:nvPr/>
        </p:nvSpPr>
        <p:spPr>
          <a:xfrm>
            <a:off x="8411549" y="1666550"/>
            <a:ext cx="774325" cy="10882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3</a:t>
            </a:r>
          </a:p>
        </p:txBody>
      </p:sp>
      <p:sp>
        <p:nvSpPr>
          <p:cNvPr id="89" name="Google Shape;89;p4"/>
          <p:cNvSpPr/>
          <p:nvPr/>
        </p:nvSpPr>
        <p:spPr>
          <a:xfrm>
            <a:off x="6567123" y="2997749"/>
            <a:ext cx="844060" cy="90544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€</a:t>
            </a:r>
          </a:p>
        </p:txBody>
      </p:sp>
      <p:sp>
        <p:nvSpPr>
          <p:cNvPr id="90" name="Google Shape;90;p4"/>
          <p:cNvSpPr/>
          <p:nvPr/>
        </p:nvSpPr>
        <p:spPr>
          <a:xfrm>
            <a:off x="7702425" y="944674"/>
            <a:ext cx="692017" cy="88938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9</a:t>
            </a:r>
          </a:p>
        </p:txBody>
      </p:sp>
      <p:sp>
        <p:nvSpPr>
          <p:cNvPr id="91" name="Google Shape;91;p4"/>
          <p:cNvSpPr/>
          <p:nvPr/>
        </p:nvSpPr>
        <p:spPr>
          <a:xfrm>
            <a:off x="8482541" y="3571675"/>
            <a:ext cx="432249" cy="6686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7</a:t>
            </a:r>
          </a:p>
        </p:txBody>
      </p:sp>
      <p:sp>
        <p:nvSpPr>
          <p:cNvPr id="92" name="Google Shape;92;p4"/>
          <p:cNvSpPr/>
          <p:nvPr/>
        </p:nvSpPr>
        <p:spPr>
          <a:xfrm>
            <a:off x="7956575" y="-147125"/>
            <a:ext cx="968665" cy="144686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$</a:t>
            </a:r>
          </a:p>
        </p:txBody>
      </p:sp>
      <p:sp>
        <p:nvSpPr>
          <p:cNvPr id="93" name="Google Shape;93;p4"/>
          <p:cNvSpPr/>
          <p:nvPr/>
        </p:nvSpPr>
        <p:spPr>
          <a:xfrm>
            <a:off x="7524777" y="-48672"/>
            <a:ext cx="432250" cy="59758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£</a:t>
            </a:r>
          </a:p>
        </p:txBody>
      </p:sp>
      <p:sp>
        <p:nvSpPr>
          <p:cNvPr id="94" name="Google Shape;94;p4"/>
          <p:cNvSpPr/>
          <p:nvPr/>
        </p:nvSpPr>
        <p:spPr>
          <a:xfrm>
            <a:off x="7153450" y="1200149"/>
            <a:ext cx="336025" cy="6205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1</a:t>
            </a:r>
          </a:p>
        </p:txBody>
      </p:sp>
      <p:sp>
        <p:nvSpPr>
          <p:cNvPr id="95" name="Google Shape;95;p4"/>
          <p:cNvSpPr/>
          <p:nvPr/>
        </p:nvSpPr>
        <p:spPr>
          <a:xfrm>
            <a:off x="7524775" y="1713000"/>
            <a:ext cx="1106400" cy="14980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8</a:t>
            </a:r>
          </a:p>
        </p:txBody>
      </p:sp>
      <p:sp>
        <p:nvSpPr>
          <p:cNvPr id="96" name="Google Shape;96;p4"/>
          <p:cNvSpPr/>
          <p:nvPr/>
        </p:nvSpPr>
        <p:spPr>
          <a:xfrm rot="-5400000">
            <a:off x="7167502" y="893428"/>
            <a:ext cx="564600" cy="4449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 rot="5400000">
            <a:off x="8455975" y="4580950"/>
            <a:ext cx="485400" cy="334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7301600" y="2427892"/>
            <a:ext cx="296397" cy="41965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2</a:t>
            </a:r>
          </a:p>
        </p:txBody>
      </p:sp>
      <p:sp>
        <p:nvSpPr>
          <p:cNvPr id="99" name="Google Shape;99;p4"/>
          <p:cNvSpPr/>
          <p:nvPr/>
        </p:nvSpPr>
        <p:spPr>
          <a:xfrm>
            <a:off x="8668228" y="988756"/>
            <a:ext cx="354503" cy="4231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0</a:t>
            </a:r>
          </a:p>
        </p:txBody>
      </p:sp>
      <p:sp>
        <p:nvSpPr>
          <p:cNvPr id="100" name="Google Shape;100;p4"/>
          <p:cNvSpPr/>
          <p:nvPr/>
        </p:nvSpPr>
        <p:spPr>
          <a:xfrm>
            <a:off x="8763900" y="3127993"/>
            <a:ext cx="279674" cy="28920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¥</a:t>
            </a:r>
          </a:p>
        </p:txBody>
      </p:sp>
      <p:sp>
        <p:nvSpPr>
          <p:cNvPr id="101" name="Google Shape;101;p4"/>
          <p:cNvSpPr/>
          <p:nvPr/>
        </p:nvSpPr>
        <p:spPr>
          <a:xfrm>
            <a:off x="7233391" y="1950962"/>
            <a:ext cx="236741" cy="2892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4</a:t>
            </a:r>
          </a:p>
        </p:txBody>
      </p:sp>
      <p:sp>
        <p:nvSpPr>
          <p:cNvPr id="102" name="Google Shape;102;p4"/>
          <p:cNvSpPr/>
          <p:nvPr/>
        </p:nvSpPr>
        <p:spPr>
          <a:xfrm>
            <a:off x="6811905" y="-87455"/>
            <a:ext cx="652469" cy="9054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6</a:t>
            </a:r>
          </a:p>
        </p:txBody>
      </p:sp>
      <p:sp>
        <p:nvSpPr>
          <p:cNvPr id="103" name="Google Shape;103;p4"/>
          <p:cNvSpPr/>
          <p:nvPr/>
        </p:nvSpPr>
        <p:spPr>
          <a:xfrm>
            <a:off x="7662627" y="662323"/>
            <a:ext cx="87722" cy="21666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1</a:t>
            </a:r>
          </a:p>
        </p:txBody>
      </p:sp>
      <p:sp>
        <p:nvSpPr>
          <p:cNvPr id="104" name="Google Shape;104;p4"/>
          <p:cNvSpPr/>
          <p:nvPr/>
        </p:nvSpPr>
        <p:spPr>
          <a:xfrm>
            <a:off x="6992802" y="3859303"/>
            <a:ext cx="164400" cy="2253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4</a:t>
            </a:r>
          </a:p>
        </p:txBody>
      </p:sp>
      <p:sp>
        <p:nvSpPr>
          <p:cNvPr id="105" name="Google Shape;105;p4"/>
          <p:cNvSpPr/>
          <p:nvPr/>
        </p:nvSpPr>
        <p:spPr>
          <a:xfrm>
            <a:off x="6897399" y="729426"/>
            <a:ext cx="236725" cy="34453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5</a:t>
            </a:r>
          </a:p>
        </p:txBody>
      </p:sp>
      <p:sp>
        <p:nvSpPr>
          <p:cNvPr id="106" name="Google Shape;106;p4"/>
          <p:cNvSpPr/>
          <p:nvPr/>
        </p:nvSpPr>
        <p:spPr>
          <a:xfrm>
            <a:off x="8925943" y="4066263"/>
            <a:ext cx="236725" cy="30423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8</a:t>
            </a:r>
          </a:p>
        </p:txBody>
      </p:sp>
      <p:sp>
        <p:nvSpPr>
          <p:cNvPr id="107" name="Google Shape;107;p4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/>
          <p:nvPr/>
        </p:nvSpPr>
        <p:spPr>
          <a:xfrm>
            <a:off x="7123399" y="2945300"/>
            <a:ext cx="1604425" cy="22732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5</a:t>
            </a:r>
          </a:p>
        </p:txBody>
      </p:sp>
      <p:sp>
        <p:nvSpPr>
          <p:cNvPr id="110" name="Google Shape;110;p5"/>
          <p:cNvSpPr/>
          <p:nvPr/>
        </p:nvSpPr>
        <p:spPr>
          <a:xfrm>
            <a:off x="8411549" y="1666550"/>
            <a:ext cx="774325" cy="10882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3</a:t>
            </a:r>
          </a:p>
        </p:txBody>
      </p:sp>
      <p:sp>
        <p:nvSpPr>
          <p:cNvPr id="111" name="Google Shape;111;p5"/>
          <p:cNvSpPr/>
          <p:nvPr/>
        </p:nvSpPr>
        <p:spPr>
          <a:xfrm>
            <a:off x="6567123" y="2997749"/>
            <a:ext cx="844060" cy="90544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€</a:t>
            </a:r>
          </a:p>
        </p:txBody>
      </p:sp>
      <p:sp>
        <p:nvSpPr>
          <p:cNvPr id="112" name="Google Shape;112;p5"/>
          <p:cNvSpPr/>
          <p:nvPr/>
        </p:nvSpPr>
        <p:spPr>
          <a:xfrm>
            <a:off x="7702425" y="944674"/>
            <a:ext cx="692017" cy="88938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9</a:t>
            </a:r>
          </a:p>
        </p:txBody>
      </p:sp>
      <p:sp>
        <p:nvSpPr>
          <p:cNvPr id="113" name="Google Shape;113;p5"/>
          <p:cNvSpPr/>
          <p:nvPr/>
        </p:nvSpPr>
        <p:spPr>
          <a:xfrm>
            <a:off x="8482541" y="3571675"/>
            <a:ext cx="432249" cy="6686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7</a:t>
            </a:r>
          </a:p>
        </p:txBody>
      </p:sp>
      <p:sp>
        <p:nvSpPr>
          <p:cNvPr id="114" name="Google Shape;114;p5"/>
          <p:cNvSpPr/>
          <p:nvPr/>
        </p:nvSpPr>
        <p:spPr>
          <a:xfrm>
            <a:off x="7956575" y="-147125"/>
            <a:ext cx="968665" cy="144686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$</a:t>
            </a:r>
          </a:p>
        </p:txBody>
      </p:sp>
      <p:sp>
        <p:nvSpPr>
          <p:cNvPr id="115" name="Google Shape;115;p5"/>
          <p:cNvSpPr/>
          <p:nvPr/>
        </p:nvSpPr>
        <p:spPr>
          <a:xfrm>
            <a:off x="7524777" y="-48672"/>
            <a:ext cx="432250" cy="59758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£</a:t>
            </a:r>
          </a:p>
        </p:txBody>
      </p:sp>
      <p:sp>
        <p:nvSpPr>
          <p:cNvPr id="116" name="Google Shape;116;p5"/>
          <p:cNvSpPr/>
          <p:nvPr/>
        </p:nvSpPr>
        <p:spPr>
          <a:xfrm>
            <a:off x="7153450" y="1200149"/>
            <a:ext cx="336025" cy="6205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1</a:t>
            </a:r>
          </a:p>
        </p:txBody>
      </p:sp>
      <p:sp>
        <p:nvSpPr>
          <p:cNvPr id="117" name="Google Shape;117;p5"/>
          <p:cNvSpPr/>
          <p:nvPr/>
        </p:nvSpPr>
        <p:spPr>
          <a:xfrm>
            <a:off x="7524775" y="1713000"/>
            <a:ext cx="1106400" cy="14980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8</a:t>
            </a:r>
          </a:p>
        </p:txBody>
      </p:sp>
      <p:sp>
        <p:nvSpPr>
          <p:cNvPr id="118" name="Google Shape;118;p5"/>
          <p:cNvSpPr/>
          <p:nvPr/>
        </p:nvSpPr>
        <p:spPr>
          <a:xfrm rot="-5400000">
            <a:off x="7167502" y="893428"/>
            <a:ext cx="564600" cy="4449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 rot="5400000">
            <a:off x="8455975" y="4580950"/>
            <a:ext cx="485400" cy="334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7301600" y="2427892"/>
            <a:ext cx="296397" cy="41965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2</a:t>
            </a:r>
          </a:p>
        </p:txBody>
      </p:sp>
      <p:sp>
        <p:nvSpPr>
          <p:cNvPr id="121" name="Google Shape;121;p5"/>
          <p:cNvSpPr/>
          <p:nvPr/>
        </p:nvSpPr>
        <p:spPr>
          <a:xfrm>
            <a:off x="8668228" y="988756"/>
            <a:ext cx="354503" cy="4231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0</a:t>
            </a:r>
          </a:p>
        </p:txBody>
      </p:sp>
      <p:sp>
        <p:nvSpPr>
          <p:cNvPr id="122" name="Google Shape;122;p5"/>
          <p:cNvSpPr/>
          <p:nvPr/>
        </p:nvSpPr>
        <p:spPr>
          <a:xfrm>
            <a:off x="8763900" y="3127993"/>
            <a:ext cx="279674" cy="28920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¥</a:t>
            </a:r>
          </a:p>
        </p:txBody>
      </p:sp>
      <p:sp>
        <p:nvSpPr>
          <p:cNvPr id="123" name="Google Shape;123;p5"/>
          <p:cNvSpPr/>
          <p:nvPr/>
        </p:nvSpPr>
        <p:spPr>
          <a:xfrm>
            <a:off x="7233391" y="1950962"/>
            <a:ext cx="236741" cy="2892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4</a:t>
            </a:r>
          </a:p>
        </p:txBody>
      </p:sp>
      <p:sp>
        <p:nvSpPr>
          <p:cNvPr id="124" name="Google Shape;124;p5"/>
          <p:cNvSpPr/>
          <p:nvPr/>
        </p:nvSpPr>
        <p:spPr>
          <a:xfrm>
            <a:off x="6811905" y="-87455"/>
            <a:ext cx="652469" cy="9054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6</a:t>
            </a:r>
          </a:p>
        </p:txBody>
      </p:sp>
      <p:sp>
        <p:nvSpPr>
          <p:cNvPr id="125" name="Google Shape;125;p5"/>
          <p:cNvSpPr/>
          <p:nvPr/>
        </p:nvSpPr>
        <p:spPr>
          <a:xfrm>
            <a:off x="7662627" y="662323"/>
            <a:ext cx="87722" cy="21666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1</a:t>
            </a:r>
          </a:p>
        </p:txBody>
      </p:sp>
      <p:sp>
        <p:nvSpPr>
          <p:cNvPr id="126" name="Google Shape;126;p5"/>
          <p:cNvSpPr/>
          <p:nvPr/>
        </p:nvSpPr>
        <p:spPr>
          <a:xfrm>
            <a:off x="6992802" y="3859303"/>
            <a:ext cx="164400" cy="2253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4</a:t>
            </a:r>
          </a:p>
        </p:txBody>
      </p:sp>
      <p:sp>
        <p:nvSpPr>
          <p:cNvPr id="127" name="Google Shape;127;p5"/>
          <p:cNvSpPr/>
          <p:nvPr/>
        </p:nvSpPr>
        <p:spPr>
          <a:xfrm>
            <a:off x="6897399" y="729426"/>
            <a:ext cx="236725" cy="34453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5</a:t>
            </a:r>
          </a:p>
        </p:txBody>
      </p:sp>
      <p:sp>
        <p:nvSpPr>
          <p:cNvPr id="128" name="Google Shape;128;p5"/>
          <p:cNvSpPr/>
          <p:nvPr/>
        </p:nvSpPr>
        <p:spPr>
          <a:xfrm>
            <a:off x="8925943" y="4066263"/>
            <a:ext cx="236725" cy="30423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8</a:t>
            </a:r>
          </a:p>
        </p:txBody>
      </p:sp>
      <p:sp>
        <p:nvSpPr>
          <p:cNvPr id="129" name="Google Shape;129;p5"/>
          <p:cNvSpPr txBox="1"/>
          <p:nvPr>
            <p:ph type="title"/>
          </p:nvPr>
        </p:nvSpPr>
        <p:spPr>
          <a:xfrm>
            <a:off x="717780" y="780900"/>
            <a:ext cx="51690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30" name="Google Shape;130;p5"/>
          <p:cNvSpPr txBox="1"/>
          <p:nvPr>
            <p:ph idx="1" type="body"/>
          </p:nvPr>
        </p:nvSpPr>
        <p:spPr>
          <a:xfrm>
            <a:off x="717780" y="1513574"/>
            <a:ext cx="5169000" cy="30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⊸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⋅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131" name="Google Shape;131;p5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/>
          <p:nvPr/>
        </p:nvSpPr>
        <p:spPr>
          <a:xfrm>
            <a:off x="7123399" y="2945300"/>
            <a:ext cx="1604425" cy="22732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5</a:t>
            </a:r>
          </a:p>
        </p:txBody>
      </p:sp>
      <p:sp>
        <p:nvSpPr>
          <p:cNvPr id="134" name="Google Shape;134;p6"/>
          <p:cNvSpPr/>
          <p:nvPr/>
        </p:nvSpPr>
        <p:spPr>
          <a:xfrm>
            <a:off x="8411549" y="1666550"/>
            <a:ext cx="774325" cy="10882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3</a:t>
            </a:r>
          </a:p>
        </p:txBody>
      </p:sp>
      <p:sp>
        <p:nvSpPr>
          <p:cNvPr id="135" name="Google Shape;135;p6"/>
          <p:cNvSpPr/>
          <p:nvPr/>
        </p:nvSpPr>
        <p:spPr>
          <a:xfrm>
            <a:off x="6567123" y="2997749"/>
            <a:ext cx="844060" cy="90544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€</a:t>
            </a:r>
          </a:p>
        </p:txBody>
      </p:sp>
      <p:sp>
        <p:nvSpPr>
          <p:cNvPr id="136" name="Google Shape;136;p6"/>
          <p:cNvSpPr/>
          <p:nvPr/>
        </p:nvSpPr>
        <p:spPr>
          <a:xfrm>
            <a:off x="7702425" y="944674"/>
            <a:ext cx="692017" cy="88938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9</a:t>
            </a:r>
          </a:p>
        </p:txBody>
      </p:sp>
      <p:sp>
        <p:nvSpPr>
          <p:cNvPr id="137" name="Google Shape;137;p6"/>
          <p:cNvSpPr/>
          <p:nvPr/>
        </p:nvSpPr>
        <p:spPr>
          <a:xfrm>
            <a:off x="8482541" y="3571675"/>
            <a:ext cx="432249" cy="6686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7</a:t>
            </a:r>
          </a:p>
        </p:txBody>
      </p:sp>
      <p:sp>
        <p:nvSpPr>
          <p:cNvPr id="138" name="Google Shape;138;p6"/>
          <p:cNvSpPr/>
          <p:nvPr/>
        </p:nvSpPr>
        <p:spPr>
          <a:xfrm>
            <a:off x="7956575" y="-147125"/>
            <a:ext cx="968665" cy="144686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$</a:t>
            </a:r>
          </a:p>
        </p:txBody>
      </p:sp>
      <p:sp>
        <p:nvSpPr>
          <p:cNvPr id="139" name="Google Shape;139;p6"/>
          <p:cNvSpPr/>
          <p:nvPr/>
        </p:nvSpPr>
        <p:spPr>
          <a:xfrm>
            <a:off x="7524777" y="-48672"/>
            <a:ext cx="432250" cy="59758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£</a:t>
            </a:r>
          </a:p>
        </p:txBody>
      </p:sp>
      <p:sp>
        <p:nvSpPr>
          <p:cNvPr id="140" name="Google Shape;140;p6"/>
          <p:cNvSpPr/>
          <p:nvPr/>
        </p:nvSpPr>
        <p:spPr>
          <a:xfrm>
            <a:off x="7153450" y="1200149"/>
            <a:ext cx="336025" cy="6205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1</a:t>
            </a:r>
          </a:p>
        </p:txBody>
      </p:sp>
      <p:sp>
        <p:nvSpPr>
          <p:cNvPr id="141" name="Google Shape;141;p6"/>
          <p:cNvSpPr/>
          <p:nvPr/>
        </p:nvSpPr>
        <p:spPr>
          <a:xfrm>
            <a:off x="7524775" y="1713000"/>
            <a:ext cx="1106400" cy="14980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8</a:t>
            </a:r>
          </a:p>
        </p:txBody>
      </p:sp>
      <p:sp>
        <p:nvSpPr>
          <p:cNvPr id="142" name="Google Shape;142;p6"/>
          <p:cNvSpPr/>
          <p:nvPr/>
        </p:nvSpPr>
        <p:spPr>
          <a:xfrm rot="-5400000">
            <a:off x="7167502" y="893428"/>
            <a:ext cx="564600" cy="4449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 rot="5400000">
            <a:off x="8455975" y="4580950"/>
            <a:ext cx="485400" cy="334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7301600" y="2427892"/>
            <a:ext cx="296397" cy="41965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2</a:t>
            </a:r>
          </a:p>
        </p:txBody>
      </p:sp>
      <p:sp>
        <p:nvSpPr>
          <p:cNvPr id="145" name="Google Shape;145;p6"/>
          <p:cNvSpPr/>
          <p:nvPr/>
        </p:nvSpPr>
        <p:spPr>
          <a:xfrm>
            <a:off x="8668228" y="988756"/>
            <a:ext cx="354503" cy="4231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0</a:t>
            </a:r>
          </a:p>
        </p:txBody>
      </p:sp>
      <p:sp>
        <p:nvSpPr>
          <p:cNvPr id="146" name="Google Shape;146;p6"/>
          <p:cNvSpPr/>
          <p:nvPr/>
        </p:nvSpPr>
        <p:spPr>
          <a:xfrm>
            <a:off x="8763900" y="3127993"/>
            <a:ext cx="279674" cy="28920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¥</a:t>
            </a:r>
          </a:p>
        </p:txBody>
      </p:sp>
      <p:sp>
        <p:nvSpPr>
          <p:cNvPr id="147" name="Google Shape;147;p6"/>
          <p:cNvSpPr/>
          <p:nvPr/>
        </p:nvSpPr>
        <p:spPr>
          <a:xfrm>
            <a:off x="7233391" y="1950962"/>
            <a:ext cx="236741" cy="2892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4</a:t>
            </a:r>
          </a:p>
        </p:txBody>
      </p:sp>
      <p:sp>
        <p:nvSpPr>
          <p:cNvPr id="148" name="Google Shape;148;p6"/>
          <p:cNvSpPr/>
          <p:nvPr/>
        </p:nvSpPr>
        <p:spPr>
          <a:xfrm>
            <a:off x="6811905" y="-87455"/>
            <a:ext cx="652469" cy="9054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6</a:t>
            </a:r>
          </a:p>
        </p:txBody>
      </p:sp>
      <p:sp>
        <p:nvSpPr>
          <p:cNvPr id="149" name="Google Shape;149;p6"/>
          <p:cNvSpPr/>
          <p:nvPr/>
        </p:nvSpPr>
        <p:spPr>
          <a:xfrm>
            <a:off x="7662627" y="662323"/>
            <a:ext cx="87722" cy="21666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1</a:t>
            </a:r>
          </a:p>
        </p:txBody>
      </p:sp>
      <p:sp>
        <p:nvSpPr>
          <p:cNvPr id="150" name="Google Shape;150;p6"/>
          <p:cNvSpPr/>
          <p:nvPr/>
        </p:nvSpPr>
        <p:spPr>
          <a:xfrm>
            <a:off x="6992802" y="3859303"/>
            <a:ext cx="164400" cy="2253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4</a:t>
            </a:r>
          </a:p>
        </p:txBody>
      </p:sp>
      <p:sp>
        <p:nvSpPr>
          <p:cNvPr id="151" name="Google Shape;151;p6"/>
          <p:cNvSpPr/>
          <p:nvPr/>
        </p:nvSpPr>
        <p:spPr>
          <a:xfrm>
            <a:off x="6897399" y="729426"/>
            <a:ext cx="236725" cy="34453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5</a:t>
            </a:r>
          </a:p>
        </p:txBody>
      </p:sp>
      <p:sp>
        <p:nvSpPr>
          <p:cNvPr id="152" name="Google Shape;152;p6"/>
          <p:cNvSpPr/>
          <p:nvPr/>
        </p:nvSpPr>
        <p:spPr>
          <a:xfrm>
            <a:off x="8925943" y="4066263"/>
            <a:ext cx="236725" cy="30423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8</a:t>
            </a:r>
          </a:p>
        </p:txBody>
      </p:sp>
      <p:sp>
        <p:nvSpPr>
          <p:cNvPr id="153" name="Google Shape;153;p6"/>
          <p:cNvSpPr txBox="1"/>
          <p:nvPr>
            <p:ph type="title"/>
          </p:nvPr>
        </p:nvSpPr>
        <p:spPr>
          <a:xfrm>
            <a:off x="735875" y="780900"/>
            <a:ext cx="59172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54" name="Google Shape;154;p6"/>
          <p:cNvSpPr txBox="1"/>
          <p:nvPr>
            <p:ph idx="1" type="body"/>
          </p:nvPr>
        </p:nvSpPr>
        <p:spPr>
          <a:xfrm>
            <a:off x="735875" y="1478400"/>
            <a:ext cx="2667600" cy="34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⊸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⋅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55" name="Google Shape;155;p6"/>
          <p:cNvSpPr txBox="1"/>
          <p:nvPr>
            <p:ph idx="2" type="body"/>
          </p:nvPr>
        </p:nvSpPr>
        <p:spPr>
          <a:xfrm>
            <a:off x="3563910" y="1478400"/>
            <a:ext cx="2667600" cy="34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⊸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⋅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56" name="Google Shape;156;p6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/>
          <p:nvPr/>
        </p:nvSpPr>
        <p:spPr>
          <a:xfrm>
            <a:off x="7123399" y="2945300"/>
            <a:ext cx="1604425" cy="22732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5</a:t>
            </a:r>
          </a:p>
        </p:txBody>
      </p:sp>
      <p:sp>
        <p:nvSpPr>
          <p:cNvPr id="159" name="Google Shape;159;p7"/>
          <p:cNvSpPr/>
          <p:nvPr/>
        </p:nvSpPr>
        <p:spPr>
          <a:xfrm>
            <a:off x="8411549" y="1666550"/>
            <a:ext cx="774325" cy="10882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3</a:t>
            </a:r>
          </a:p>
        </p:txBody>
      </p:sp>
      <p:sp>
        <p:nvSpPr>
          <p:cNvPr id="160" name="Google Shape;160;p7"/>
          <p:cNvSpPr/>
          <p:nvPr/>
        </p:nvSpPr>
        <p:spPr>
          <a:xfrm>
            <a:off x="6567123" y="2997749"/>
            <a:ext cx="844060" cy="90544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€</a:t>
            </a:r>
          </a:p>
        </p:txBody>
      </p:sp>
      <p:sp>
        <p:nvSpPr>
          <p:cNvPr id="161" name="Google Shape;161;p7"/>
          <p:cNvSpPr/>
          <p:nvPr/>
        </p:nvSpPr>
        <p:spPr>
          <a:xfrm>
            <a:off x="7702425" y="944674"/>
            <a:ext cx="692017" cy="88938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9</a:t>
            </a:r>
          </a:p>
        </p:txBody>
      </p:sp>
      <p:sp>
        <p:nvSpPr>
          <p:cNvPr id="162" name="Google Shape;162;p7"/>
          <p:cNvSpPr/>
          <p:nvPr/>
        </p:nvSpPr>
        <p:spPr>
          <a:xfrm>
            <a:off x="8482541" y="3571675"/>
            <a:ext cx="432249" cy="6686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7</a:t>
            </a:r>
          </a:p>
        </p:txBody>
      </p:sp>
      <p:sp>
        <p:nvSpPr>
          <p:cNvPr id="163" name="Google Shape;163;p7"/>
          <p:cNvSpPr/>
          <p:nvPr/>
        </p:nvSpPr>
        <p:spPr>
          <a:xfrm>
            <a:off x="7956575" y="-147125"/>
            <a:ext cx="968665" cy="144686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$</a:t>
            </a:r>
          </a:p>
        </p:txBody>
      </p:sp>
      <p:sp>
        <p:nvSpPr>
          <p:cNvPr id="164" name="Google Shape;164;p7"/>
          <p:cNvSpPr/>
          <p:nvPr/>
        </p:nvSpPr>
        <p:spPr>
          <a:xfrm>
            <a:off x="7524777" y="-48672"/>
            <a:ext cx="432250" cy="59758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£</a:t>
            </a:r>
          </a:p>
        </p:txBody>
      </p:sp>
      <p:sp>
        <p:nvSpPr>
          <p:cNvPr id="165" name="Google Shape;165;p7"/>
          <p:cNvSpPr/>
          <p:nvPr/>
        </p:nvSpPr>
        <p:spPr>
          <a:xfrm>
            <a:off x="7153450" y="1200149"/>
            <a:ext cx="336025" cy="6205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1</a:t>
            </a:r>
          </a:p>
        </p:txBody>
      </p:sp>
      <p:sp>
        <p:nvSpPr>
          <p:cNvPr id="166" name="Google Shape;166;p7"/>
          <p:cNvSpPr/>
          <p:nvPr/>
        </p:nvSpPr>
        <p:spPr>
          <a:xfrm>
            <a:off x="7524775" y="1713000"/>
            <a:ext cx="1106400" cy="14980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8</a:t>
            </a:r>
          </a:p>
        </p:txBody>
      </p:sp>
      <p:sp>
        <p:nvSpPr>
          <p:cNvPr id="167" name="Google Shape;167;p7"/>
          <p:cNvSpPr/>
          <p:nvPr/>
        </p:nvSpPr>
        <p:spPr>
          <a:xfrm rot="-5400000">
            <a:off x="7167502" y="893428"/>
            <a:ext cx="564600" cy="4449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 rot="5400000">
            <a:off x="8455975" y="4580950"/>
            <a:ext cx="485400" cy="334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7301600" y="2427892"/>
            <a:ext cx="296397" cy="41965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2</a:t>
            </a:r>
          </a:p>
        </p:txBody>
      </p:sp>
      <p:sp>
        <p:nvSpPr>
          <p:cNvPr id="170" name="Google Shape;170;p7"/>
          <p:cNvSpPr/>
          <p:nvPr/>
        </p:nvSpPr>
        <p:spPr>
          <a:xfrm>
            <a:off x="8668228" y="988756"/>
            <a:ext cx="354503" cy="4231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0</a:t>
            </a:r>
          </a:p>
        </p:txBody>
      </p:sp>
      <p:sp>
        <p:nvSpPr>
          <p:cNvPr id="171" name="Google Shape;171;p7"/>
          <p:cNvSpPr/>
          <p:nvPr/>
        </p:nvSpPr>
        <p:spPr>
          <a:xfrm>
            <a:off x="8763900" y="3127993"/>
            <a:ext cx="279674" cy="28920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¥</a:t>
            </a:r>
          </a:p>
        </p:txBody>
      </p:sp>
      <p:sp>
        <p:nvSpPr>
          <p:cNvPr id="172" name="Google Shape;172;p7"/>
          <p:cNvSpPr/>
          <p:nvPr/>
        </p:nvSpPr>
        <p:spPr>
          <a:xfrm>
            <a:off x="7233391" y="1950962"/>
            <a:ext cx="236741" cy="2892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4</a:t>
            </a:r>
          </a:p>
        </p:txBody>
      </p:sp>
      <p:sp>
        <p:nvSpPr>
          <p:cNvPr id="173" name="Google Shape;173;p7"/>
          <p:cNvSpPr/>
          <p:nvPr/>
        </p:nvSpPr>
        <p:spPr>
          <a:xfrm>
            <a:off x="6811905" y="-87455"/>
            <a:ext cx="652469" cy="9054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6</a:t>
            </a:r>
          </a:p>
        </p:txBody>
      </p:sp>
      <p:sp>
        <p:nvSpPr>
          <p:cNvPr id="174" name="Google Shape;174;p7"/>
          <p:cNvSpPr/>
          <p:nvPr/>
        </p:nvSpPr>
        <p:spPr>
          <a:xfrm>
            <a:off x="7662627" y="662323"/>
            <a:ext cx="87722" cy="21666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1</a:t>
            </a:r>
          </a:p>
        </p:txBody>
      </p:sp>
      <p:sp>
        <p:nvSpPr>
          <p:cNvPr id="175" name="Google Shape;175;p7"/>
          <p:cNvSpPr/>
          <p:nvPr/>
        </p:nvSpPr>
        <p:spPr>
          <a:xfrm>
            <a:off x="6992802" y="3859303"/>
            <a:ext cx="164400" cy="2253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4</a:t>
            </a:r>
          </a:p>
        </p:txBody>
      </p:sp>
      <p:sp>
        <p:nvSpPr>
          <p:cNvPr id="176" name="Google Shape;176;p7"/>
          <p:cNvSpPr/>
          <p:nvPr/>
        </p:nvSpPr>
        <p:spPr>
          <a:xfrm>
            <a:off x="6897399" y="729426"/>
            <a:ext cx="236725" cy="34453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5</a:t>
            </a:r>
          </a:p>
        </p:txBody>
      </p:sp>
      <p:sp>
        <p:nvSpPr>
          <p:cNvPr id="177" name="Google Shape;177;p7"/>
          <p:cNvSpPr/>
          <p:nvPr/>
        </p:nvSpPr>
        <p:spPr>
          <a:xfrm>
            <a:off x="8925943" y="4066263"/>
            <a:ext cx="236725" cy="30423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8</a:t>
            </a:r>
          </a:p>
        </p:txBody>
      </p:sp>
      <p:sp>
        <p:nvSpPr>
          <p:cNvPr id="178" name="Google Shape;178;p7"/>
          <p:cNvSpPr txBox="1"/>
          <p:nvPr>
            <p:ph type="title"/>
          </p:nvPr>
        </p:nvSpPr>
        <p:spPr>
          <a:xfrm>
            <a:off x="735875" y="780900"/>
            <a:ext cx="59172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79" name="Google Shape;179;p7"/>
          <p:cNvSpPr txBox="1"/>
          <p:nvPr>
            <p:ph idx="1" type="body"/>
          </p:nvPr>
        </p:nvSpPr>
        <p:spPr>
          <a:xfrm>
            <a:off x="735875" y="1478400"/>
            <a:ext cx="1771500" cy="34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⊸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⋅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80" name="Google Shape;180;p7"/>
          <p:cNvSpPr txBox="1"/>
          <p:nvPr>
            <p:ph idx="2" type="body"/>
          </p:nvPr>
        </p:nvSpPr>
        <p:spPr>
          <a:xfrm>
            <a:off x="2597935" y="1478400"/>
            <a:ext cx="1771500" cy="34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⊸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⋅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81" name="Google Shape;181;p7"/>
          <p:cNvSpPr txBox="1"/>
          <p:nvPr>
            <p:ph idx="3" type="body"/>
          </p:nvPr>
        </p:nvSpPr>
        <p:spPr>
          <a:xfrm>
            <a:off x="4459994" y="1478400"/>
            <a:ext cx="1771500" cy="34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⊸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⋅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82" name="Google Shape;182;p7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/>
          <p:nvPr/>
        </p:nvSpPr>
        <p:spPr>
          <a:xfrm>
            <a:off x="7123399" y="2945300"/>
            <a:ext cx="1604425" cy="22732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5</a:t>
            </a:r>
          </a:p>
        </p:txBody>
      </p:sp>
      <p:sp>
        <p:nvSpPr>
          <p:cNvPr id="185" name="Google Shape;185;p8"/>
          <p:cNvSpPr/>
          <p:nvPr/>
        </p:nvSpPr>
        <p:spPr>
          <a:xfrm>
            <a:off x="8411549" y="1666550"/>
            <a:ext cx="774325" cy="10882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3</a:t>
            </a:r>
          </a:p>
        </p:txBody>
      </p:sp>
      <p:sp>
        <p:nvSpPr>
          <p:cNvPr id="186" name="Google Shape;186;p8"/>
          <p:cNvSpPr/>
          <p:nvPr/>
        </p:nvSpPr>
        <p:spPr>
          <a:xfrm>
            <a:off x="6567123" y="2997749"/>
            <a:ext cx="844060" cy="90544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€</a:t>
            </a:r>
          </a:p>
        </p:txBody>
      </p:sp>
      <p:sp>
        <p:nvSpPr>
          <p:cNvPr id="187" name="Google Shape;187;p8"/>
          <p:cNvSpPr/>
          <p:nvPr/>
        </p:nvSpPr>
        <p:spPr>
          <a:xfrm>
            <a:off x="7702425" y="944674"/>
            <a:ext cx="692017" cy="88938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9</a:t>
            </a:r>
          </a:p>
        </p:txBody>
      </p:sp>
      <p:sp>
        <p:nvSpPr>
          <p:cNvPr id="188" name="Google Shape;188;p8"/>
          <p:cNvSpPr/>
          <p:nvPr/>
        </p:nvSpPr>
        <p:spPr>
          <a:xfrm>
            <a:off x="8482541" y="3571675"/>
            <a:ext cx="432249" cy="6686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7</a:t>
            </a:r>
          </a:p>
        </p:txBody>
      </p:sp>
      <p:sp>
        <p:nvSpPr>
          <p:cNvPr id="189" name="Google Shape;189;p8"/>
          <p:cNvSpPr/>
          <p:nvPr/>
        </p:nvSpPr>
        <p:spPr>
          <a:xfrm>
            <a:off x="7956575" y="-147125"/>
            <a:ext cx="968665" cy="144686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$</a:t>
            </a:r>
          </a:p>
        </p:txBody>
      </p:sp>
      <p:sp>
        <p:nvSpPr>
          <p:cNvPr id="190" name="Google Shape;190;p8"/>
          <p:cNvSpPr/>
          <p:nvPr/>
        </p:nvSpPr>
        <p:spPr>
          <a:xfrm>
            <a:off x="7524777" y="-48672"/>
            <a:ext cx="432250" cy="59758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£</a:t>
            </a:r>
          </a:p>
        </p:txBody>
      </p:sp>
      <p:sp>
        <p:nvSpPr>
          <p:cNvPr id="191" name="Google Shape;191;p8"/>
          <p:cNvSpPr/>
          <p:nvPr/>
        </p:nvSpPr>
        <p:spPr>
          <a:xfrm>
            <a:off x="7153450" y="1200149"/>
            <a:ext cx="336025" cy="6205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1</a:t>
            </a:r>
          </a:p>
        </p:txBody>
      </p:sp>
      <p:sp>
        <p:nvSpPr>
          <p:cNvPr id="192" name="Google Shape;192;p8"/>
          <p:cNvSpPr/>
          <p:nvPr/>
        </p:nvSpPr>
        <p:spPr>
          <a:xfrm>
            <a:off x="7524775" y="1713000"/>
            <a:ext cx="1106400" cy="14980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8</a:t>
            </a:r>
          </a:p>
        </p:txBody>
      </p:sp>
      <p:sp>
        <p:nvSpPr>
          <p:cNvPr id="193" name="Google Shape;193;p8"/>
          <p:cNvSpPr/>
          <p:nvPr/>
        </p:nvSpPr>
        <p:spPr>
          <a:xfrm rot="-5400000">
            <a:off x="7167502" y="893428"/>
            <a:ext cx="564600" cy="4449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 rot="5400000">
            <a:off x="8455975" y="4580950"/>
            <a:ext cx="485400" cy="334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7301600" y="2427892"/>
            <a:ext cx="296397" cy="41965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2</a:t>
            </a:r>
          </a:p>
        </p:txBody>
      </p:sp>
      <p:sp>
        <p:nvSpPr>
          <p:cNvPr id="196" name="Google Shape;196;p8"/>
          <p:cNvSpPr/>
          <p:nvPr/>
        </p:nvSpPr>
        <p:spPr>
          <a:xfrm>
            <a:off x="8668228" y="988756"/>
            <a:ext cx="354503" cy="4231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0</a:t>
            </a:r>
          </a:p>
        </p:txBody>
      </p:sp>
      <p:sp>
        <p:nvSpPr>
          <p:cNvPr id="197" name="Google Shape;197;p8"/>
          <p:cNvSpPr/>
          <p:nvPr/>
        </p:nvSpPr>
        <p:spPr>
          <a:xfrm>
            <a:off x="8763900" y="3127993"/>
            <a:ext cx="279674" cy="28920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¥</a:t>
            </a:r>
          </a:p>
        </p:txBody>
      </p:sp>
      <p:sp>
        <p:nvSpPr>
          <p:cNvPr id="198" name="Google Shape;198;p8"/>
          <p:cNvSpPr/>
          <p:nvPr/>
        </p:nvSpPr>
        <p:spPr>
          <a:xfrm>
            <a:off x="7233391" y="1950962"/>
            <a:ext cx="236741" cy="2892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4</a:t>
            </a:r>
          </a:p>
        </p:txBody>
      </p:sp>
      <p:sp>
        <p:nvSpPr>
          <p:cNvPr id="199" name="Google Shape;199;p8"/>
          <p:cNvSpPr/>
          <p:nvPr/>
        </p:nvSpPr>
        <p:spPr>
          <a:xfrm>
            <a:off x="6811905" y="-87455"/>
            <a:ext cx="652469" cy="9054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6</a:t>
            </a:r>
          </a:p>
        </p:txBody>
      </p:sp>
      <p:sp>
        <p:nvSpPr>
          <p:cNvPr id="200" name="Google Shape;200;p8"/>
          <p:cNvSpPr/>
          <p:nvPr/>
        </p:nvSpPr>
        <p:spPr>
          <a:xfrm>
            <a:off x="7662627" y="662323"/>
            <a:ext cx="87722" cy="21666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1</a:t>
            </a:r>
          </a:p>
        </p:txBody>
      </p:sp>
      <p:sp>
        <p:nvSpPr>
          <p:cNvPr id="201" name="Google Shape;201;p8"/>
          <p:cNvSpPr/>
          <p:nvPr/>
        </p:nvSpPr>
        <p:spPr>
          <a:xfrm>
            <a:off x="6992802" y="3859303"/>
            <a:ext cx="164400" cy="2253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4</a:t>
            </a:r>
          </a:p>
        </p:txBody>
      </p:sp>
      <p:sp>
        <p:nvSpPr>
          <p:cNvPr id="202" name="Google Shape;202;p8"/>
          <p:cNvSpPr/>
          <p:nvPr/>
        </p:nvSpPr>
        <p:spPr>
          <a:xfrm>
            <a:off x="6897399" y="729426"/>
            <a:ext cx="236725" cy="34453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5</a:t>
            </a:r>
          </a:p>
        </p:txBody>
      </p:sp>
      <p:sp>
        <p:nvSpPr>
          <p:cNvPr id="203" name="Google Shape;203;p8"/>
          <p:cNvSpPr/>
          <p:nvPr/>
        </p:nvSpPr>
        <p:spPr>
          <a:xfrm>
            <a:off x="8925943" y="4066263"/>
            <a:ext cx="236725" cy="30423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8</a:t>
            </a:r>
          </a:p>
        </p:txBody>
      </p:sp>
      <p:sp>
        <p:nvSpPr>
          <p:cNvPr id="204" name="Google Shape;204;p8"/>
          <p:cNvSpPr txBox="1"/>
          <p:nvPr>
            <p:ph type="title"/>
          </p:nvPr>
        </p:nvSpPr>
        <p:spPr>
          <a:xfrm>
            <a:off x="735875" y="780900"/>
            <a:ext cx="59172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05" name="Google Shape;205;p8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/>
          <p:nvPr/>
        </p:nvSpPr>
        <p:spPr>
          <a:xfrm>
            <a:off x="7123399" y="2945300"/>
            <a:ext cx="1604425" cy="22732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5</a:t>
            </a:r>
          </a:p>
        </p:txBody>
      </p:sp>
      <p:sp>
        <p:nvSpPr>
          <p:cNvPr id="208" name="Google Shape;208;p9"/>
          <p:cNvSpPr/>
          <p:nvPr/>
        </p:nvSpPr>
        <p:spPr>
          <a:xfrm>
            <a:off x="8411549" y="1666550"/>
            <a:ext cx="774325" cy="10882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3</a:t>
            </a:r>
          </a:p>
        </p:txBody>
      </p:sp>
      <p:sp>
        <p:nvSpPr>
          <p:cNvPr id="209" name="Google Shape;209;p9"/>
          <p:cNvSpPr/>
          <p:nvPr/>
        </p:nvSpPr>
        <p:spPr>
          <a:xfrm>
            <a:off x="6567123" y="2997749"/>
            <a:ext cx="844060" cy="90544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€</a:t>
            </a:r>
          </a:p>
        </p:txBody>
      </p:sp>
      <p:sp>
        <p:nvSpPr>
          <p:cNvPr id="210" name="Google Shape;210;p9"/>
          <p:cNvSpPr/>
          <p:nvPr/>
        </p:nvSpPr>
        <p:spPr>
          <a:xfrm>
            <a:off x="7702425" y="944674"/>
            <a:ext cx="692017" cy="88938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9</a:t>
            </a:r>
          </a:p>
        </p:txBody>
      </p:sp>
      <p:sp>
        <p:nvSpPr>
          <p:cNvPr id="211" name="Google Shape;211;p9"/>
          <p:cNvSpPr/>
          <p:nvPr/>
        </p:nvSpPr>
        <p:spPr>
          <a:xfrm>
            <a:off x="8482541" y="3571675"/>
            <a:ext cx="432249" cy="6686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7</a:t>
            </a:r>
          </a:p>
        </p:txBody>
      </p:sp>
      <p:sp>
        <p:nvSpPr>
          <p:cNvPr id="212" name="Google Shape;212;p9"/>
          <p:cNvSpPr/>
          <p:nvPr/>
        </p:nvSpPr>
        <p:spPr>
          <a:xfrm>
            <a:off x="7956575" y="-147125"/>
            <a:ext cx="968665" cy="144686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$</a:t>
            </a:r>
          </a:p>
        </p:txBody>
      </p:sp>
      <p:sp>
        <p:nvSpPr>
          <p:cNvPr id="213" name="Google Shape;213;p9"/>
          <p:cNvSpPr/>
          <p:nvPr/>
        </p:nvSpPr>
        <p:spPr>
          <a:xfrm>
            <a:off x="7524777" y="-48672"/>
            <a:ext cx="432250" cy="59758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£</a:t>
            </a:r>
          </a:p>
        </p:txBody>
      </p:sp>
      <p:sp>
        <p:nvSpPr>
          <p:cNvPr id="214" name="Google Shape;214;p9"/>
          <p:cNvSpPr/>
          <p:nvPr/>
        </p:nvSpPr>
        <p:spPr>
          <a:xfrm>
            <a:off x="7153450" y="1200149"/>
            <a:ext cx="336025" cy="6205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1</a:t>
            </a:r>
          </a:p>
        </p:txBody>
      </p:sp>
      <p:sp>
        <p:nvSpPr>
          <p:cNvPr id="215" name="Google Shape;215;p9"/>
          <p:cNvSpPr/>
          <p:nvPr/>
        </p:nvSpPr>
        <p:spPr>
          <a:xfrm>
            <a:off x="7524775" y="1713000"/>
            <a:ext cx="1106400" cy="14980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8</a:t>
            </a:r>
          </a:p>
        </p:txBody>
      </p:sp>
      <p:sp>
        <p:nvSpPr>
          <p:cNvPr id="216" name="Google Shape;216;p9"/>
          <p:cNvSpPr/>
          <p:nvPr/>
        </p:nvSpPr>
        <p:spPr>
          <a:xfrm rot="-5400000">
            <a:off x="7167502" y="893428"/>
            <a:ext cx="564600" cy="4449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 rot="5400000">
            <a:off x="8455975" y="4580950"/>
            <a:ext cx="485400" cy="334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7301600" y="2427892"/>
            <a:ext cx="296397" cy="41965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2</a:t>
            </a:r>
          </a:p>
        </p:txBody>
      </p:sp>
      <p:sp>
        <p:nvSpPr>
          <p:cNvPr id="219" name="Google Shape;219;p9"/>
          <p:cNvSpPr/>
          <p:nvPr/>
        </p:nvSpPr>
        <p:spPr>
          <a:xfrm>
            <a:off x="8668228" y="988756"/>
            <a:ext cx="354503" cy="4231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0</a:t>
            </a:r>
          </a:p>
        </p:txBody>
      </p:sp>
      <p:sp>
        <p:nvSpPr>
          <p:cNvPr id="220" name="Google Shape;220;p9"/>
          <p:cNvSpPr/>
          <p:nvPr/>
        </p:nvSpPr>
        <p:spPr>
          <a:xfrm>
            <a:off x="8763900" y="3127993"/>
            <a:ext cx="279674" cy="28920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¥</a:t>
            </a:r>
          </a:p>
        </p:txBody>
      </p:sp>
      <p:sp>
        <p:nvSpPr>
          <p:cNvPr id="221" name="Google Shape;221;p9"/>
          <p:cNvSpPr/>
          <p:nvPr/>
        </p:nvSpPr>
        <p:spPr>
          <a:xfrm>
            <a:off x="7233391" y="1950962"/>
            <a:ext cx="236741" cy="2892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4</a:t>
            </a:r>
          </a:p>
        </p:txBody>
      </p:sp>
      <p:sp>
        <p:nvSpPr>
          <p:cNvPr id="222" name="Google Shape;222;p9"/>
          <p:cNvSpPr/>
          <p:nvPr/>
        </p:nvSpPr>
        <p:spPr>
          <a:xfrm>
            <a:off x="6811905" y="-87455"/>
            <a:ext cx="652469" cy="9054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6</a:t>
            </a:r>
          </a:p>
        </p:txBody>
      </p:sp>
      <p:sp>
        <p:nvSpPr>
          <p:cNvPr id="223" name="Google Shape;223;p9"/>
          <p:cNvSpPr/>
          <p:nvPr/>
        </p:nvSpPr>
        <p:spPr>
          <a:xfrm>
            <a:off x="7662627" y="662323"/>
            <a:ext cx="87722" cy="21666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1</a:t>
            </a:r>
          </a:p>
        </p:txBody>
      </p:sp>
      <p:sp>
        <p:nvSpPr>
          <p:cNvPr id="224" name="Google Shape;224;p9"/>
          <p:cNvSpPr/>
          <p:nvPr/>
        </p:nvSpPr>
        <p:spPr>
          <a:xfrm>
            <a:off x="6992802" y="3859303"/>
            <a:ext cx="164400" cy="2253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4</a:t>
            </a:r>
          </a:p>
        </p:txBody>
      </p:sp>
      <p:sp>
        <p:nvSpPr>
          <p:cNvPr id="225" name="Google Shape;225;p9"/>
          <p:cNvSpPr/>
          <p:nvPr/>
        </p:nvSpPr>
        <p:spPr>
          <a:xfrm>
            <a:off x="6897399" y="729426"/>
            <a:ext cx="236725" cy="34453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5</a:t>
            </a:r>
          </a:p>
        </p:txBody>
      </p:sp>
      <p:sp>
        <p:nvSpPr>
          <p:cNvPr id="226" name="Google Shape;226;p9"/>
          <p:cNvSpPr/>
          <p:nvPr/>
        </p:nvSpPr>
        <p:spPr>
          <a:xfrm>
            <a:off x="8925943" y="4066263"/>
            <a:ext cx="236725" cy="30423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8</a:t>
            </a:r>
          </a:p>
        </p:txBody>
      </p:sp>
      <p:sp>
        <p:nvSpPr>
          <p:cNvPr id="227" name="Google Shape;227;p9"/>
          <p:cNvSpPr txBox="1"/>
          <p:nvPr>
            <p:ph idx="1" type="body"/>
          </p:nvPr>
        </p:nvSpPr>
        <p:spPr>
          <a:xfrm>
            <a:off x="733425" y="4406300"/>
            <a:ext cx="59151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</a:lstStyle>
          <a:p/>
        </p:txBody>
      </p:sp>
      <p:sp>
        <p:nvSpPr>
          <p:cNvPr id="228" name="Google Shape;228;p9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"/>
          <p:cNvSpPr/>
          <p:nvPr/>
        </p:nvSpPr>
        <p:spPr>
          <a:xfrm>
            <a:off x="7123399" y="2945300"/>
            <a:ext cx="1604425" cy="22732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5</a:t>
            </a:r>
          </a:p>
        </p:txBody>
      </p:sp>
      <p:sp>
        <p:nvSpPr>
          <p:cNvPr id="231" name="Google Shape;231;p10"/>
          <p:cNvSpPr/>
          <p:nvPr/>
        </p:nvSpPr>
        <p:spPr>
          <a:xfrm>
            <a:off x="8411549" y="1666550"/>
            <a:ext cx="774325" cy="10882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3</a:t>
            </a:r>
          </a:p>
        </p:txBody>
      </p:sp>
      <p:sp>
        <p:nvSpPr>
          <p:cNvPr id="232" name="Google Shape;232;p10"/>
          <p:cNvSpPr/>
          <p:nvPr/>
        </p:nvSpPr>
        <p:spPr>
          <a:xfrm>
            <a:off x="6567123" y="2997749"/>
            <a:ext cx="844060" cy="90544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€</a:t>
            </a:r>
          </a:p>
        </p:txBody>
      </p:sp>
      <p:sp>
        <p:nvSpPr>
          <p:cNvPr id="233" name="Google Shape;233;p10"/>
          <p:cNvSpPr/>
          <p:nvPr/>
        </p:nvSpPr>
        <p:spPr>
          <a:xfrm>
            <a:off x="7702425" y="944674"/>
            <a:ext cx="692017" cy="88938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9</a:t>
            </a:r>
          </a:p>
        </p:txBody>
      </p:sp>
      <p:sp>
        <p:nvSpPr>
          <p:cNvPr id="234" name="Google Shape;234;p10"/>
          <p:cNvSpPr/>
          <p:nvPr/>
        </p:nvSpPr>
        <p:spPr>
          <a:xfrm>
            <a:off x="8482541" y="3571675"/>
            <a:ext cx="432249" cy="6686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7</a:t>
            </a:r>
          </a:p>
        </p:txBody>
      </p:sp>
      <p:sp>
        <p:nvSpPr>
          <p:cNvPr id="235" name="Google Shape;235;p10"/>
          <p:cNvSpPr/>
          <p:nvPr/>
        </p:nvSpPr>
        <p:spPr>
          <a:xfrm>
            <a:off x="7956575" y="-147125"/>
            <a:ext cx="968665" cy="144686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$</a:t>
            </a:r>
          </a:p>
        </p:txBody>
      </p:sp>
      <p:sp>
        <p:nvSpPr>
          <p:cNvPr id="236" name="Google Shape;236;p10"/>
          <p:cNvSpPr/>
          <p:nvPr/>
        </p:nvSpPr>
        <p:spPr>
          <a:xfrm>
            <a:off x="7524777" y="-48672"/>
            <a:ext cx="432250" cy="59758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£</a:t>
            </a:r>
          </a:p>
        </p:txBody>
      </p:sp>
      <p:sp>
        <p:nvSpPr>
          <p:cNvPr id="237" name="Google Shape;237;p10"/>
          <p:cNvSpPr/>
          <p:nvPr/>
        </p:nvSpPr>
        <p:spPr>
          <a:xfrm>
            <a:off x="7153450" y="1200149"/>
            <a:ext cx="336025" cy="6205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1</a:t>
            </a:r>
          </a:p>
        </p:txBody>
      </p:sp>
      <p:sp>
        <p:nvSpPr>
          <p:cNvPr id="238" name="Google Shape;238;p10"/>
          <p:cNvSpPr/>
          <p:nvPr/>
        </p:nvSpPr>
        <p:spPr>
          <a:xfrm>
            <a:off x="7524775" y="1713000"/>
            <a:ext cx="1106400" cy="14980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8</a:t>
            </a:r>
          </a:p>
        </p:txBody>
      </p:sp>
      <p:sp>
        <p:nvSpPr>
          <p:cNvPr id="239" name="Google Shape;239;p10"/>
          <p:cNvSpPr/>
          <p:nvPr/>
        </p:nvSpPr>
        <p:spPr>
          <a:xfrm rot="-5400000">
            <a:off x="7167502" y="893428"/>
            <a:ext cx="564600" cy="4449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 rot="5400000">
            <a:off x="8455975" y="4580950"/>
            <a:ext cx="485400" cy="334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7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7301600" y="2427892"/>
            <a:ext cx="296397" cy="41965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2</a:t>
            </a:r>
          </a:p>
        </p:txBody>
      </p:sp>
      <p:sp>
        <p:nvSpPr>
          <p:cNvPr id="242" name="Google Shape;242;p10"/>
          <p:cNvSpPr/>
          <p:nvPr/>
        </p:nvSpPr>
        <p:spPr>
          <a:xfrm>
            <a:off x="8668228" y="988756"/>
            <a:ext cx="354503" cy="4231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0</a:t>
            </a:r>
          </a:p>
        </p:txBody>
      </p:sp>
      <p:sp>
        <p:nvSpPr>
          <p:cNvPr id="243" name="Google Shape;243;p10"/>
          <p:cNvSpPr/>
          <p:nvPr/>
        </p:nvSpPr>
        <p:spPr>
          <a:xfrm>
            <a:off x="8763900" y="3127993"/>
            <a:ext cx="279674" cy="28920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¥</a:t>
            </a:r>
          </a:p>
        </p:txBody>
      </p:sp>
      <p:sp>
        <p:nvSpPr>
          <p:cNvPr id="244" name="Google Shape;244;p10"/>
          <p:cNvSpPr/>
          <p:nvPr/>
        </p:nvSpPr>
        <p:spPr>
          <a:xfrm>
            <a:off x="7233391" y="1950962"/>
            <a:ext cx="236741" cy="2892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4</a:t>
            </a:r>
          </a:p>
        </p:txBody>
      </p:sp>
      <p:sp>
        <p:nvSpPr>
          <p:cNvPr id="245" name="Google Shape;245;p10"/>
          <p:cNvSpPr/>
          <p:nvPr/>
        </p:nvSpPr>
        <p:spPr>
          <a:xfrm>
            <a:off x="6811905" y="-87455"/>
            <a:ext cx="652469" cy="9054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6</a:t>
            </a:r>
          </a:p>
        </p:txBody>
      </p:sp>
      <p:sp>
        <p:nvSpPr>
          <p:cNvPr id="246" name="Google Shape;246;p10"/>
          <p:cNvSpPr/>
          <p:nvPr/>
        </p:nvSpPr>
        <p:spPr>
          <a:xfrm>
            <a:off x="7662627" y="662323"/>
            <a:ext cx="87722" cy="21666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1</a:t>
            </a:r>
          </a:p>
        </p:txBody>
      </p:sp>
      <p:sp>
        <p:nvSpPr>
          <p:cNvPr id="247" name="Google Shape;247;p10"/>
          <p:cNvSpPr/>
          <p:nvPr/>
        </p:nvSpPr>
        <p:spPr>
          <a:xfrm>
            <a:off x="6992802" y="3859303"/>
            <a:ext cx="164400" cy="2253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4</a:t>
            </a:r>
          </a:p>
        </p:txBody>
      </p:sp>
      <p:sp>
        <p:nvSpPr>
          <p:cNvPr id="248" name="Google Shape;248;p10"/>
          <p:cNvSpPr/>
          <p:nvPr/>
        </p:nvSpPr>
        <p:spPr>
          <a:xfrm>
            <a:off x="6897399" y="729426"/>
            <a:ext cx="236725" cy="34453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5</a:t>
            </a:r>
          </a:p>
        </p:txBody>
      </p:sp>
      <p:sp>
        <p:nvSpPr>
          <p:cNvPr id="249" name="Google Shape;249;p10"/>
          <p:cNvSpPr/>
          <p:nvPr/>
        </p:nvSpPr>
        <p:spPr>
          <a:xfrm>
            <a:off x="8925943" y="4066263"/>
            <a:ext cx="236725" cy="30423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8</a:t>
            </a:r>
          </a:p>
        </p:txBody>
      </p:sp>
      <p:sp>
        <p:nvSpPr>
          <p:cNvPr id="250" name="Google Shape;250;p10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letely blank">
  <p:cSld name="BLANK_1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825798" y="-750"/>
            <a:ext cx="7486405" cy="5145000"/>
            <a:chOff x="825798" y="-750"/>
            <a:chExt cx="7486405" cy="5145000"/>
          </a:xfrm>
        </p:grpSpPr>
        <p:cxnSp>
          <p:nvCxnSpPr>
            <p:cNvPr id="7" name="Google Shape;7;p1"/>
            <p:cNvCxnSpPr/>
            <p:nvPr/>
          </p:nvCxnSpPr>
          <p:spPr>
            <a:xfrm>
              <a:off x="825798" y="-750"/>
              <a:ext cx="0" cy="5145000"/>
            </a:xfrm>
            <a:prstGeom prst="straightConnector1">
              <a:avLst/>
            </a:prstGeom>
            <a:noFill/>
            <a:ln cap="flat" cmpd="sng" w="9525">
              <a:solidFill>
                <a:srgbClr val="005C65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8" name="Google Shape;8;p1"/>
            <p:cNvCxnSpPr/>
            <p:nvPr/>
          </p:nvCxnSpPr>
          <p:spPr>
            <a:xfrm>
              <a:off x="1657621" y="-750"/>
              <a:ext cx="0" cy="5145000"/>
            </a:xfrm>
            <a:prstGeom prst="straightConnector1">
              <a:avLst/>
            </a:prstGeom>
            <a:noFill/>
            <a:ln cap="flat" cmpd="sng" w="9525">
              <a:solidFill>
                <a:srgbClr val="005C65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9" name="Google Shape;9;p1"/>
            <p:cNvCxnSpPr/>
            <p:nvPr/>
          </p:nvCxnSpPr>
          <p:spPr>
            <a:xfrm>
              <a:off x="2489443" y="-750"/>
              <a:ext cx="0" cy="5145000"/>
            </a:xfrm>
            <a:prstGeom prst="straightConnector1">
              <a:avLst/>
            </a:prstGeom>
            <a:noFill/>
            <a:ln cap="flat" cmpd="sng" w="9525">
              <a:solidFill>
                <a:srgbClr val="005C65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0" name="Google Shape;10;p1"/>
            <p:cNvCxnSpPr/>
            <p:nvPr/>
          </p:nvCxnSpPr>
          <p:spPr>
            <a:xfrm>
              <a:off x="8312202" y="-750"/>
              <a:ext cx="0" cy="5145000"/>
            </a:xfrm>
            <a:prstGeom prst="straightConnector1">
              <a:avLst/>
            </a:prstGeom>
            <a:noFill/>
            <a:ln cap="flat" cmpd="sng" w="9525">
              <a:solidFill>
                <a:srgbClr val="005C65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1" name="Google Shape;11;p1"/>
            <p:cNvCxnSpPr/>
            <p:nvPr/>
          </p:nvCxnSpPr>
          <p:spPr>
            <a:xfrm>
              <a:off x="7480380" y="-750"/>
              <a:ext cx="0" cy="5145000"/>
            </a:xfrm>
            <a:prstGeom prst="straightConnector1">
              <a:avLst/>
            </a:prstGeom>
            <a:noFill/>
            <a:ln cap="flat" cmpd="sng" w="9525">
              <a:solidFill>
                <a:srgbClr val="005C65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2" name="Google Shape;12;p1"/>
            <p:cNvCxnSpPr/>
            <p:nvPr/>
          </p:nvCxnSpPr>
          <p:spPr>
            <a:xfrm>
              <a:off x="6648557" y="-750"/>
              <a:ext cx="0" cy="5145000"/>
            </a:xfrm>
            <a:prstGeom prst="straightConnector1">
              <a:avLst/>
            </a:prstGeom>
            <a:noFill/>
            <a:ln cap="flat" cmpd="sng" w="9525">
              <a:solidFill>
                <a:srgbClr val="005C65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3" name="Google Shape;13;p1"/>
            <p:cNvCxnSpPr/>
            <p:nvPr/>
          </p:nvCxnSpPr>
          <p:spPr>
            <a:xfrm>
              <a:off x="5816734" y="-750"/>
              <a:ext cx="0" cy="5145000"/>
            </a:xfrm>
            <a:prstGeom prst="straightConnector1">
              <a:avLst/>
            </a:prstGeom>
            <a:noFill/>
            <a:ln cap="flat" cmpd="sng" w="9525">
              <a:solidFill>
                <a:srgbClr val="005C65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4984911" y="-750"/>
              <a:ext cx="0" cy="5145000"/>
            </a:xfrm>
            <a:prstGeom prst="straightConnector1">
              <a:avLst/>
            </a:prstGeom>
            <a:noFill/>
            <a:ln cap="flat" cmpd="sng" w="9525">
              <a:solidFill>
                <a:srgbClr val="005C65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4153089" y="-750"/>
              <a:ext cx="0" cy="5145000"/>
            </a:xfrm>
            <a:prstGeom prst="straightConnector1">
              <a:avLst/>
            </a:prstGeom>
            <a:noFill/>
            <a:ln cap="flat" cmpd="sng" w="9525">
              <a:solidFill>
                <a:srgbClr val="005C65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3321266" y="-750"/>
              <a:ext cx="0" cy="5145000"/>
            </a:xfrm>
            <a:prstGeom prst="straightConnector1">
              <a:avLst/>
            </a:prstGeom>
            <a:noFill/>
            <a:ln cap="flat" cmpd="sng" w="9525">
              <a:solidFill>
                <a:srgbClr val="005C65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sp>
        <p:nvSpPr>
          <p:cNvPr id="17" name="Google Shape;17;p1"/>
          <p:cNvSpPr txBox="1"/>
          <p:nvPr>
            <p:ph type="title"/>
          </p:nvPr>
        </p:nvSpPr>
        <p:spPr>
          <a:xfrm>
            <a:off x="735875" y="780900"/>
            <a:ext cx="5917200" cy="69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" type="body"/>
          </p:nvPr>
        </p:nvSpPr>
        <p:spPr>
          <a:xfrm>
            <a:off x="735875" y="1513574"/>
            <a:ext cx="5917200" cy="30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T Serif"/>
              <a:buChar char="⊸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▫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⋅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●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○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■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●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○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■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9pPr>
          </a:lstStyle>
          <a:p/>
        </p:txBody>
      </p:sp>
      <p:sp>
        <p:nvSpPr>
          <p:cNvPr id="19" name="Google Shape;19;p1"/>
          <p:cNvSpPr txBox="1"/>
          <p:nvPr>
            <p:ph idx="12" type="sldNum"/>
          </p:nvPr>
        </p:nvSpPr>
        <p:spPr>
          <a:xfrm>
            <a:off x="76200" y="39925"/>
            <a:ext cx="548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Digital Twin do</a:t>
            </a:r>
          </a:p>
          <a:p>
            <a:r>
              <a:t>Processo Bayer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Sistema de supervisão e controle · LangGraph + Fuzzy Adaptativo + HITL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9768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Arial"/>
              </a:rPr>
              <a:t>projeto_bayer · github.com/LuisGSVasconcelos/bayer-digital-twin · v1.0.0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/>
              <a:t>Contexto e objetivo</a:t>
            </a:r>
          </a:p>
          <a:p>
            <a:r>
              <a:rPr sz="1400"/>
              <a:t>Topologia do processo (Bayer)</a:t>
            </a:r>
          </a:p>
          <a:p>
            <a:r>
              <a:rPr sz="1400"/>
              <a:t>Arquitetura do sistema</a:t>
            </a:r>
          </a:p>
          <a:p>
            <a:r>
              <a:rPr sz="1400"/>
              <a:t>Controlador Fuzzy Adaptativo</a:t>
            </a:r>
          </a:p>
          <a:p>
            <a:r>
              <a:rPr sz="1400"/>
              <a:t>Gêmeo Digital: distúrbios simulados</a:t>
            </a:r>
          </a:p>
          <a:p>
            <a:r>
              <a:rPr sz="1400"/>
              <a:t>Agente LangGraph + HITL</a:t>
            </a:r>
          </a:p>
          <a:p>
            <a:r>
              <a:rPr sz="1400"/>
              <a:t>Dashboard de supervisão</a:t>
            </a:r>
          </a:p>
          <a:p>
            <a:r>
              <a:rPr sz="1400"/>
              <a:t>Validação e métricas</a:t>
            </a:r>
          </a:p>
          <a:p>
            <a:r>
              <a:rPr sz="1400"/>
              <a:t>Conclusão e 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82803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Digital Twin Processo Bayer  ·  projeto_bayer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 e objetivo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Gêmeo Digital da produção de alumina (Processo Bayer), focado no controle de nível dos decantadores para evitar transbordamentos sob chuva intensa.</a:t>
            </a:r>
          </a:p>
          <a:p>
            <a:r>
              <a:rPr sz="1300"/>
              <a:t>Supervisão inteligente — nível dos decantadores (PA/PB)</a:t>
            </a:r>
          </a:p>
          <a:p>
            <a:r>
              <a:rPr sz="1300"/>
              <a:t>Ambiente de testes (PoC) — valida antes da planta real</a:t>
            </a:r>
          </a:p>
          <a:p>
            <a:r>
              <a:rPr sz="1300"/>
              <a:t>Decisões determinísticas + IA — Fuzzy adaptativo + LangGraph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sz="1300"/>
              <a:t>HITL obrigatório — ação física só após aprovação do operador</a:t>
            </a:r>
          </a:p>
          <a:p>
            <a:r>
              <a:rPr sz="1300"/>
              <a:t>Roda offline — núcleo testado sem serviços externos</a:t>
            </a:r>
          </a:p>
          <a:p>
            <a:r>
              <a:rPr sz="1300"/>
              <a:t>Regras físicas de segurança não delegadas ao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2803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Digital Twin Processo Bayer  ·  projeto_bayer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Topologia do processo (simplificação Bayer)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325880" cy="960120"/>
          </a:xfrm>
          <a:prstGeom prst="round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325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S1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37943" y="1965960"/>
            <a:ext cx="292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058DC7"/>
                </a:solidFill>
                <a:latin typeface="Arial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85415" y="1828800"/>
            <a:ext cx="1325880" cy="960120"/>
          </a:xfrm>
          <a:prstGeom prst="round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85415" y="2011680"/>
            <a:ext cx="1325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S2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965960"/>
            <a:ext cx="292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058DC7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13631" y="1828800"/>
            <a:ext cx="1325880" cy="960120"/>
          </a:xfrm>
          <a:prstGeom prst="roundRect">
            <a:avLst/>
          </a:prstGeom>
          <a:solidFill>
            <a:srgbClr val="058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13631" y="2011680"/>
            <a:ext cx="1325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Divisão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94375" y="1965960"/>
            <a:ext cx="292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058DC7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41847" y="1828800"/>
            <a:ext cx="1325880" cy="960120"/>
          </a:xfrm>
          <a:prstGeom prst="roundRect">
            <a:avLst/>
          </a:prstGeom>
          <a:solidFill>
            <a:srgbClr val="ED5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41847" y="2011680"/>
            <a:ext cx="1325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1" y="1965960"/>
            <a:ext cx="292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058DC7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70063" y="1828800"/>
            <a:ext cx="1325880" cy="960120"/>
          </a:xfrm>
          <a:prstGeom prst="roundRect">
            <a:avLst/>
          </a:prstGeom>
          <a:solidFill>
            <a:srgbClr val="ED5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0063" y="2011680"/>
            <a:ext cx="1325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PB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063240"/>
            <a:ext cx="8138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Arial"/>
              </a:rPr>
              <a:t>Carga percorre os reatores de digestão em SÉRIE e é dividida entre os decantadores em PARALELO. Os decantadores são abertos e captam chuva na área exposta (150 m²).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14800"/>
            <a:ext cx="3931920" cy="566928"/>
          </a:xfrm>
          <a:prstGeom prst="roundRect">
            <a:avLst/>
          </a:prstGeom>
          <a:solidFill>
            <a:srgbClr val="EA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6052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58158"/>
                </a:solidFill>
                <a:latin typeface="Arial"/>
              </a:rPr>
              <a:t>SÉRIE — reatores fechados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4114800"/>
            <a:ext cx="3931920" cy="566928"/>
          </a:xfrm>
          <a:prstGeom prst="roundRect">
            <a:avLst/>
          </a:prstGeom>
          <a:solidFill>
            <a:srgbClr val="EA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416052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D561B"/>
                </a:solidFill>
                <a:latin typeface="Arial"/>
              </a:rPr>
              <a:t>PARALELO — decantadores abertos (150 m²)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82803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Digital Twin Processo Bayer  ·  projeto_bayer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do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1089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Arial"/>
              </a:rPr>
              <a:t>LangGraph — grafo de estados com ciclo</a:t>
            </a:r>
          </a:p>
          <a:p>
            <a:pPr algn="l"/>
            <a:r>
              <a:rPr sz="1200" b="0" i="0">
                <a:solidFill>
                  <a:srgbClr val="1F1F1F"/>
                </a:solidFill>
                <a:latin typeface="Arial"/>
              </a:rPr>
              <a:t>Fuzzy Adaptativo — por decantador (PA/PB)</a:t>
            </a:r>
          </a:p>
          <a:p>
            <a:pPr algn="l"/>
            <a:r>
              <a:rPr sz="1200" b="0" i="0">
                <a:solidFill>
                  <a:srgbClr val="1F1F1F"/>
                </a:solidFill>
                <a:latin typeface="Arial"/>
              </a:rPr>
              <a:t>HITL — interrupt_before p/ aprovação</a:t>
            </a:r>
          </a:p>
          <a:p>
            <a:pPr algn="l"/>
            <a:r>
              <a:rPr sz="1200" b="0" i="0">
                <a:solidFill>
                  <a:srgbClr val="1F1F1F"/>
                </a:solidFill>
                <a:latin typeface="Arial"/>
              </a:rPr>
              <a:t>Persistência — InfluxDB (time-series)</a:t>
            </a:r>
          </a:p>
          <a:p>
            <a:pPr algn="l"/>
            <a:r>
              <a:rPr sz="1200" b="0" i="0">
                <a:solidFill>
                  <a:srgbClr val="1F1F1F"/>
                </a:solidFill>
                <a:latin typeface="Arial"/>
              </a:rPr>
              <a:t>Dashboard — Streamlit + Plotly</a:t>
            </a:r>
          </a:p>
        </p:txBody>
      </p:sp>
      <p:pic>
        <p:nvPicPr>
          <p:cNvPr id="4" name="Picture 3" descr="arquitetura_processo_b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554480"/>
            <a:ext cx="4937760" cy="32420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2803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Digital Twin Processo Bayer  ·  projeto_bayer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Controlador Fuzzy Adaptativo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Base Fuzzy — Mamdani + Centroide</a:t>
            </a:r>
          </a:p>
          <a:p>
            <a:r>
              <a:rPr sz="1300"/>
              <a:t>Entradas: erro (nível − setpoint) e derivada</a:t>
            </a:r>
          </a:p>
          <a:p>
            <a:r>
              <a:rPr sz="1300"/>
              <a:t>Regras 5×5 com conjuntos trapezoidais</a:t>
            </a:r>
          </a:p>
          <a:p>
            <a:r>
              <a:rPr sz="1300"/>
              <a:t>Saída: abertura da válvula em [0,1]</a:t>
            </a:r>
          </a:p>
          <a:p>
            <a:r>
              <a:rPr sz="1300"/>
              <a:t>Domínio do erro até +35 (tanque cheio)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sz="1300"/>
              <a:t>Adaptativo — ganho multiplicador γ</a:t>
            </a:r>
          </a:p>
          <a:p>
            <a:r>
              <a:rPr sz="1300"/>
              <a:t>u_real = γ · u_fuzzy</a:t>
            </a:r>
          </a:p>
          <a:p>
            <a:r>
              <a:rPr sz="1300"/>
              <a:t>Δγ = η·e·u + α·Δγ_prev</a:t>
            </a:r>
          </a:p>
          <a:p>
            <a:r>
              <a:rPr sz="1300"/>
              <a:t>Saturação γ ∈ [0.3, 2.5]</a:t>
            </a:r>
          </a:p>
          <a:p>
            <a:r>
              <a:rPr sz="1300"/>
              <a:t>Controlador independente por tanque (PA/PB)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2803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Digital Twin Processo Bayer  ·  projeto_bayer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Gêmeo Digital — distúrbios operacionais simulados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/>
              <a:t>Variação de alimentação — oscilação + ruído na vazão de entrada</a:t>
            </a:r>
          </a:p>
          <a:p>
            <a:r>
              <a:rPr sz="1400"/>
              <a:t>Desgaste de bomba — fouling reduz gradualmente a vazão</a:t>
            </a:r>
          </a:p>
          <a:p>
            <a:r>
              <a:rPr sz="1400"/>
              <a:t>Stiction de válvula — atuador não responde instantaneamente</a:t>
            </a:r>
          </a:p>
          <a:p>
            <a:r>
              <a:rPr sz="1400"/>
              <a:t>Desbalanço de paralelo — divisão PA/PB varia (20–80%)</a:t>
            </a:r>
          </a:p>
          <a:p>
            <a:r>
              <a:rPr sz="1400"/>
              <a:t>Spike de sensor — pico até +15% no nível medido</a:t>
            </a:r>
          </a:p>
          <a:p>
            <a:r>
              <a:rPr sz="1400"/>
              <a:t>Diluição de TC — água adicionada ao teor cáustico</a:t>
            </a:r>
          </a:p>
          <a:p>
            <a:r>
              <a:rPr sz="1400"/>
              <a:t>Variação de sílica — teor de SiO₂ oscila na bauxita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82803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Digital Twin Processo Bayer  ·  projeto_bayer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Agente LangGraph + Human-in-the-Loop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74519"/>
            <a:ext cx="1371600" cy="822960"/>
          </a:xfrm>
          <a:prstGeom prst="roundRect">
            <a:avLst/>
          </a:prstGeom>
          <a:solidFill>
            <a:srgbClr val="058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75688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coleta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1056" y="2011680"/>
            <a:ext cx="4754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000000"/>
                </a:solidFill>
                <a:latin typeface="Arial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04288" y="1874519"/>
            <a:ext cx="1371600" cy="822960"/>
          </a:xfrm>
          <a:prstGeom prst="roundRect">
            <a:avLst/>
          </a:prstGeom>
          <a:solidFill>
            <a:srgbClr val="058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04288" y="2075688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analise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38144" y="2011680"/>
            <a:ext cx="4754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000000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51375" y="1874519"/>
            <a:ext cx="1371600" cy="822960"/>
          </a:xfrm>
          <a:prstGeom prst="roundRect">
            <a:avLst/>
          </a:prstGeom>
          <a:solidFill>
            <a:srgbClr val="058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51375" y="2075688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calcular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5231" y="2011680"/>
            <a:ext cx="4754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000000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98463" y="1874519"/>
            <a:ext cx="1371600" cy="822960"/>
          </a:xfrm>
          <a:prstGeom prst="roundRect">
            <a:avLst/>
          </a:prstGeom>
          <a:solidFill>
            <a:srgbClr val="ED5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98463" y="2075688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aguardar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19" y="2011680"/>
            <a:ext cx="4754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000000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45551" y="1874519"/>
            <a:ext cx="1371600" cy="822960"/>
          </a:xfrm>
          <a:prstGeom prst="roundRect">
            <a:avLst/>
          </a:prstGeom>
          <a:solidFill>
            <a:srgbClr val="058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1" y="2075688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executar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9718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Arial"/>
              </a:rPr>
              <a:t>coleta → análise → calcular_controle → [risco crítico] aguardar_operador → executar_controle → END</a:t>
            </a:r>
          </a:p>
          <a:p>
            <a:pPr algn="l"/>
            <a:r>
              <a:rPr sz="1200" b="0" i="0">
                <a:solidFill>
                  <a:srgbClr val="1F1F1F"/>
                </a:solidFill>
                <a:latin typeface="Arial"/>
              </a:rPr>
              <a:t>O fluxo interrompe (interrupt_before) antes da ação física; a abertura de válvula exige aprovação do operador, registrada via checkpoint.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69080"/>
            <a:ext cx="8229600" cy="640080"/>
          </a:xfrm>
          <a:prstGeom prst="round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D561B"/>
                </a:solidFill>
                <a:latin typeface="Arial"/>
              </a:rPr>
              <a:t>⚠ Segurança: criticidade é determinística (nível filtrado por EMA + chuva) — o LLM/IA não decide regras físicas.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82803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Digital Twin Processo Bayer  ·  projeto_bayer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interativo (Streamlit + Plotly)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/>
              <a:t>KPIs — níveis PA/PB, TC, perda de soda</a:t>
            </a:r>
          </a:p>
          <a:p>
            <a:r>
              <a:rPr sz="1400"/>
              <a:t>Gráficos — PV × SP × MV, química, distúrbios</a:t>
            </a:r>
          </a:p>
          <a:p>
            <a:r>
              <a:rPr sz="1400"/>
              <a:t>Controles — iniciar/parar e velocidade da simulação</a:t>
            </a:r>
          </a:p>
          <a:p>
            <a:r>
              <a:rPr sz="1400"/>
              <a:t>HITL no painel — botão de aprovação de ação emergencial</a:t>
            </a:r>
          </a:p>
          <a:p>
            <a:r>
              <a:rPr sz="1400"/>
              <a:t>Log de eventos — últimos ciclos com alertas e variáveis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82803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Digital Twin Processo Bayer  ·  projeto_bayer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Validação e métricas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920240"/>
            <a:ext cx="1828800" cy="1737360"/>
          </a:xfrm>
          <a:prstGeom prst="roundRect">
            <a:avLst/>
          </a:prstGeom>
          <a:solidFill>
            <a:srgbClr val="EA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920240"/>
            <a:ext cx="109728" cy="1737360"/>
          </a:xfrm>
          <a:prstGeom prst="rect">
            <a:avLst/>
          </a:prstGeom>
          <a:solidFill>
            <a:srgbClr val="058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554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058DC7"/>
                </a:solidFill>
                <a:latin typeface="Arial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600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1F1F1F"/>
                </a:solidFill>
                <a:latin typeface="Arial"/>
              </a:rPr>
              <a:t>testes automatizados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920240"/>
            <a:ext cx="1828800" cy="1737360"/>
          </a:xfrm>
          <a:prstGeom prst="roundRect">
            <a:avLst/>
          </a:prstGeom>
          <a:solidFill>
            <a:srgbClr val="EA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0" y="1920240"/>
            <a:ext cx="109728" cy="1737360"/>
          </a:xfrm>
          <a:prstGeom prst="rect">
            <a:avLst/>
          </a:prstGeom>
          <a:solidFill>
            <a:srgbClr val="158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148840"/>
            <a:ext cx="1554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158158"/>
                </a:solidFill>
                <a:latin typeface="Arial"/>
              </a:rPr>
              <a:t>8.14→7.81%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79" y="2926080"/>
            <a:ext cx="1600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1F1F1F"/>
                </a:solidFill>
                <a:latin typeface="Arial"/>
              </a:rPr>
              <a:t>RMSE padrão → adaptativo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920240"/>
            <a:ext cx="1828800" cy="1737360"/>
          </a:xfrm>
          <a:prstGeom prst="roundRect">
            <a:avLst/>
          </a:prstGeom>
          <a:solidFill>
            <a:srgbClr val="EA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17720" y="1920240"/>
            <a:ext cx="109728" cy="1737360"/>
          </a:xfrm>
          <a:prstGeom prst="rect">
            <a:avLst/>
          </a:prstGeom>
          <a:solidFill>
            <a:srgbClr val="ED5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148840"/>
            <a:ext cx="1554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ED561B"/>
                </a:solidFill>
                <a:latin typeface="Arial"/>
              </a:rPr>
              <a:t>+4.1%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926080"/>
            <a:ext cx="1600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1F1F1F"/>
                </a:solidFill>
                <a:latin typeface="Arial"/>
              </a:rPr>
              <a:t>melhoria reproduzível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1920240"/>
            <a:ext cx="1828800" cy="1737360"/>
          </a:xfrm>
          <a:prstGeom prst="roundRect">
            <a:avLst/>
          </a:prstGeom>
          <a:solidFill>
            <a:srgbClr val="EA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0" y="1920240"/>
            <a:ext cx="109728" cy="1737360"/>
          </a:xfrm>
          <a:prstGeom prst="rect">
            <a:avLst/>
          </a:prstGeom>
          <a:solidFill>
            <a:srgbClr val="058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148840"/>
            <a:ext cx="1554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058DC7"/>
                </a:solidFill>
                <a:latin typeface="Arial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926080"/>
            <a:ext cx="1600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1F1F1F"/>
                </a:solidFill>
                <a:latin typeface="Arial"/>
              </a:rPr>
              <a:t>runs com seeds fixas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977639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Arial"/>
              </a:rPr>
              <a:t>Benchmark com seed fixa e repetições (média ± desvio) — métrica honesta e reproduzível, cobrindo fuzzy, adaptativo, simulador físico e fluxo do agente (HITL).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82803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Digital Twin Processo Bayer  ·  projeto_bayer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 e próximos passos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Gêmeo Digital multitanque (série + paralelo)</a:t>
            </a:r>
          </a:p>
          <a:p>
            <a:r>
              <a:rPr sz="1300"/>
              <a:t>Controle Fuzzy Adaptativo por tanque</a:t>
            </a:r>
          </a:p>
          <a:p>
            <a:r>
              <a:rPr sz="1300"/>
              <a:t>Agente LangGraph com HITL obrigatório</a:t>
            </a:r>
          </a:p>
          <a:p>
            <a:r>
              <a:rPr sz="1300"/>
              <a:t>Dashboard Streamlit + 23 testes</a:t>
            </a:r>
          </a:p>
          <a:p>
            <a:r>
              <a:rPr sz="1300"/>
              <a:t>Manual (PDF) e repositório público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sz="1300"/>
              <a:t>Ingestão de documentos (Docling) p/ calibrar o Gêmeo</a:t>
            </a:r>
          </a:p>
          <a:p>
            <a:r>
              <a:rPr sz="1300"/>
              <a:t>RAG no agente (explicação ao operador)</a:t>
            </a:r>
          </a:p>
          <a:p>
            <a:r>
              <a:rPr sz="1300"/>
              <a:t>Controle Preditivo (MPC)</a:t>
            </a:r>
          </a:p>
          <a:p>
            <a:r>
              <a:rPr sz="1300"/>
              <a:t>Integração com hardware (CLP/Modbus)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Arial"/>
              </a:rPr>
              <a:t>github.com/LuisGSVasconcelos/bayer-digital-twin  ·  release v1.0.0 (manual PDF)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althasar template">
  <a:themeElements>
    <a:clrScheme name="Custom 347">
      <a:dk1>
        <a:srgbClr val="EFEFEF"/>
      </a:dk1>
      <a:lt1>
        <a:srgbClr val="004046"/>
      </a:lt1>
      <a:dk2>
        <a:srgbClr val="6AA84F"/>
      </a:dk2>
      <a:lt2>
        <a:srgbClr val="007074"/>
      </a:lt2>
      <a:accent1>
        <a:srgbClr val="00BFC9"/>
      </a:accent1>
      <a:accent2>
        <a:srgbClr val="00FFFF"/>
      </a:accent2>
      <a:accent3>
        <a:srgbClr val="DDFFFF"/>
      </a:accent3>
      <a:accent4>
        <a:srgbClr val="B6D7A8"/>
      </a:accent4>
      <a:accent5>
        <a:srgbClr val="D9D9D9"/>
      </a:accent5>
      <a:accent6>
        <a:srgbClr val="004046"/>
      </a:accent6>
      <a:hlink>
        <a:srgbClr val="00BFC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